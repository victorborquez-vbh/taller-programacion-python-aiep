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999F0D-DB6D-4C9B-923B-7467CEC4EACB}" v="415" dt="2024-07-26T21:00:10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04" autoAdjust="0"/>
    <p:restoredTop sz="94660"/>
  </p:normalViewPr>
  <p:slideViewPr>
    <p:cSldViewPr snapToGrid="0">
      <p:cViewPr>
        <p:scale>
          <a:sx n="100" d="100"/>
          <a:sy n="100" d="100"/>
        </p:scale>
        <p:origin x="46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Alonso Vargas Farias" userId="b83b0799-a8f0-4780-92d8-c3d1a3a0903e" providerId="ADAL" clId="{2C999F0D-DB6D-4C9B-923B-7467CEC4EACB}"/>
    <pc:docChg chg="undo custSel addSld delSld modSld modMainMaster">
      <pc:chgData name="Christian Alonso Vargas Farias" userId="b83b0799-a8f0-4780-92d8-c3d1a3a0903e" providerId="ADAL" clId="{2C999F0D-DB6D-4C9B-923B-7467CEC4EACB}" dt="2024-07-26T21:00:10.963" v="838"/>
      <pc:docMkLst>
        <pc:docMk/>
      </pc:docMkLst>
      <pc:sldChg chg="addSp delSp modSp new mod chgLayout">
        <pc:chgData name="Christian Alonso Vargas Farias" userId="b83b0799-a8f0-4780-92d8-c3d1a3a0903e" providerId="ADAL" clId="{2C999F0D-DB6D-4C9B-923B-7467CEC4EACB}" dt="2024-07-26T19:41:08.337" v="398" actId="700"/>
        <pc:sldMkLst>
          <pc:docMk/>
          <pc:sldMk cId="2808128936" sldId="256"/>
        </pc:sldMkLst>
        <pc:spChg chg="add del mod">
          <ac:chgData name="Christian Alonso Vargas Farias" userId="b83b0799-a8f0-4780-92d8-c3d1a3a0903e" providerId="ADAL" clId="{2C999F0D-DB6D-4C9B-923B-7467CEC4EACB}" dt="2024-07-26T19:35:07.083" v="240" actId="700"/>
          <ac:spMkLst>
            <pc:docMk/>
            <pc:sldMk cId="2808128936" sldId="256"/>
            <ac:spMk id="2" creationId="{206A8FD3-4FA7-86D4-9135-906292A94F13}"/>
          </ac:spMkLst>
        </pc:spChg>
        <pc:spChg chg="add del">
          <ac:chgData name="Christian Alonso Vargas Farias" userId="b83b0799-a8f0-4780-92d8-c3d1a3a0903e" providerId="ADAL" clId="{2C999F0D-DB6D-4C9B-923B-7467CEC4EACB}" dt="2024-07-26T19:35:02.967" v="239" actId="478"/>
          <ac:spMkLst>
            <pc:docMk/>
            <pc:sldMk cId="2808128936" sldId="256"/>
            <ac:spMk id="3" creationId="{AE5A037C-19FD-96B8-0319-EDB333543754}"/>
          </ac:spMkLst>
        </pc:spChg>
        <pc:spChg chg="add del mod ord">
          <ac:chgData name="Christian Alonso Vargas Farias" userId="b83b0799-a8f0-4780-92d8-c3d1a3a0903e" providerId="ADAL" clId="{2C999F0D-DB6D-4C9B-923B-7467CEC4EACB}" dt="2024-07-26T19:33:34.964" v="208" actId="700"/>
          <ac:spMkLst>
            <pc:docMk/>
            <pc:sldMk cId="2808128936" sldId="256"/>
            <ac:spMk id="4" creationId="{2DC3BD5E-A316-04BF-29C9-8C783258ABD8}"/>
          </ac:spMkLst>
        </pc:spChg>
        <pc:spChg chg="add mod ord">
          <ac:chgData name="Christian Alonso Vargas Farias" userId="b83b0799-a8f0-4780-92d8-c3d1a3a0903e" providerId="ADAL" clId="{2C999F0D-DB6D-4C9B-923B-7467CEC4EACB}" dt="2024-07-26T19:41:08.337" v="398" actId="700"/>
          <ac:spMkLst>
            <pc:docMk/>
            <pc:sldMk cId="2808128936" sldId="256"/>
            <ac:spMk id="5" creationId="{AF210623-D12D-D1D8-D0AA-76E78FF71041}"/>
          </ac:spMkLst>
        </pc:spChg>
        <pc:spChg chg="add mod ord">
          <ac:chgData name="Christian Alonso Vargas Farias" userId="b83b0799-a8f0-4780-92d8-c3d1a3a0903e" providerId="ADAL" clId="{2C999F0D-DB6D-4C9B-923B-7467CEC4EACB}" dt="2024-07-26T19:41:08.337" v="398" actId="700"/>
          <ac:spMkLst>
            <pc:docMk/>
            <pc:sldMk cId="2808128936" sldId="256"/>
            <ac:spMk id="6" creationId="{DCB26786-893D-7F3B-0DBC-66C4E3F711FE}"/>
          </ac:spMkLst>
        </pc:spChg>
      </pc:sldChg>
      <pc:sldChg chg="addSp delSp modSp new add del mod modClrScheme chgLayout">
        <pc:chgData name="Christian Alonso Vargas Farias" userId="b83b0799-a8f0-4780-92d8-c3d1a3a0903e" providerId="ADAL" clId="{2C999F0D-DB6D-4C9B-923B-7467CEC4EACB}" dt="2024-07-26T19:45:16.352" v="508" actId="478"/>
        <pc:sldMkLst>
          <pc:docMk/>
          <pc:sldMk cId="4124475629" sldId="257"/>
        </pc:sldMkLst>
        <pc:spChg chg="del mod ord">
          <ac:chgData name="Christian Alonso Vargas Farias" userId="b83b0799-a8f0-4780-92d8-c3d1a3a0903e" providerId="ADAL" clId="{2C999F0D-DB6D-4C9B-923B-7467CEC4EACB}" dt="2024-07-26T19:29:17.073" v="95" actId="700"/>
          <ac:spMkLst>
            <pc:docMk/>
            <pc:sldMk cId="4124475629" sldId="257"/>
            <ac:spMk id="2" creationId="{0B5FF67F-056D-97F9-72FE-E2F9D4AC3841}"/>
          </ac:spMkLst>
        </pc:spChg>
        <pc:spChg chg="del mod ord">
          <ac:chgData name="Christian Alonso Vargas Farias" userId="b83b0799-a8f0-4780-92d8-c3d1a3a0903e" providerId="ADAL" clId="{2C999F0D-DB6D-4C9B-923B-7467CEC4EACB}" dt="2024-07-26T19:29:17.073" v="95" actId="700"/>
          <ac:spMkLst>
            <pc:docMk/>
            <pc:sldMk cId="4124475629" sldId="257"/>
            <ac:spMk id="3" creationId="{FB8BE715-ECE2-3AFC-D89D-CB36B8E1116A}"/>
          </ac:spMkLst>
        </pc:spChg>
        <pc:spChg chg="add del mod ord">
          <ac:chgData name="Christian Alonso Vargas Farias" userId="b83b0799-a8f0-4780-92d8-c3d1a3a0903e" providerId="ADAL" clId="{2C999F0D-DB6D-4C9B-923B-7467CEC4EACB}" dt="2024-07-26T19:38:17.942" v="362" actId="700"/>
          <ac:spMkLst>
            <pc:docMk/>
            <pc:sldMk cId="4124475629" sldId="257"/>
            <ac:spMk id="4" creationId="{E1204972-4F6F-AA46-ECAB-44D877457174}"/>
          </ac:spMkLst>
        </pc:spChg>
        <pc:spChg chg="add del mod ord">
          <ac:chgData name="Christian Alonso Vargas Farias" userId="b83b0799-a8f0-4780-92d8-c3d1a3a0903e" providerId="ADAL" clId="{2C999F0D-DB6D-4C9B-923B-7467CEC4EACB}" dt="2024-07-26T19:34:57.889" v="238" actId="478"/>
          <ac:spMkLst>
            <pc:docMk/>
            <pc:sldMk cId="4124475629" sldId="257"/>
            <ac:spMk id="5" creationId="{766C8306-4649-9C2E-CF07-7AC62A1EDEE9}"/>
          </ac:spMkLst>
        </pc:spChg>
        <pc:spChg chg="add del mod ord">
          <ac:chgData name="Christian Alonso Vargas Farias" userId="b83b0799-a8f0-4780-92d8-c3d1a3a0903e" providerId="ADAL" clId="{2C999F0D-DB6D-4C9B-923B-7467CEC4EACB}" dt="2024-07-26T19:41:12.809" v="399" actId="700"/>
          <ac:spMkLst>
            <pc:docMk/>
            <pc:sldMk cId="4124475629" sldId="257"/>
            <ac:spMk id="6" creationId="{B53079AD-A49C-A583-B0F9-223DBBA59478}"/>
          </ac:spMkLst>
        </pc:spChg>
        <pc:spChg chg="add del mod ord">
          <ac:chgData name="Christian Alonso Vargas Farias" userId="b83b0799-a8f0-4780-92d8-c3d1a3a0903e" providerId="ADAL" clId="{2C999F0D-DB6D-4C9B-923B-7467CEC4EACB}" dt="2024-07-26T19:41:12.809" v="399" actId="700"/>
          <ac:spMkLst>
            <pc:docMk/>
            <pc:sldMk cId="4124475629" sldId="257"/>
            <ac:spMk id="7" creationId="{276041E6-CC95-2AE2-9FFD-5E3782157419}"/>
          </ac:spMkLst>
        </pc:spChg>
        <pc:spChg chg="add del mod ord">
          <ac:chgData name="Christian Alonso Vargas Farias" userId="b83b0799-a8f0-4780-92d8-c3d1a3a0903e" providerId="ADAL" clId="{2C999F0D-DB6D-4C9B-923B-7467CEC4EACB}" dt="2024-07-26T19:45:16.352" v="508" actId="478"/>
          <ac:spMkLst>
            <pc:docMk/>
            <pc:sldMk cId="4124475629" sldId="257"/>
            <ac:spMk id="8" creationId="{6B405677-D5C8-3BD7-9CF8-443D7B100109}"/>
          </ac:spMkLst>
        </pc:spChg>
        <pc:spChg chg="add mod ord">
          <ac:chgData name="Christian Alonso Vargas Farias" userId="b83b0799-a8f0-4780-92d8-c3d1a3a0903e" providerId="ADAL" clId="{2C999F0D-DB6D-4C9B-923B-7467CEC4EACB}" dt="2024-07-26T19:41:12.809" v="399" actId="700"/>
          <ac:spMkLst>
            <pc:docMk/>
            <pc:sldMk cId="4124475629" sldId="257"/>
            <ac:spMk id="9" creationId="{6686DDAF-B6E4-A2DB-60F6-B826C669D470}"/>
          </ac:spMkLst>
        </pc:spChg>
        <pc:spChg chg="add mod">
          <ac:chgData name="Christian Alonso Vargas Farias" userId="b83b0799-a8f0-4780-92d8-c3d1a3a0903e" providerId="ADAL" clId="{2C999F0D-DB6D-4C9B-923B-7467CEC4EACB}" dt="2024-07-26T19:45:16.352" v="508" actId="478"/>
          <ac:spMkLst>
            <pc:docMk/>
            <pc:sldMk cId="4124475629" sldId="257"/>
            <ac:spMk id="11" creationId="{D2E49BF4-A7B0-C31B-DEC3-B0E6E3611667}"/>
          </ac:spMkLst>
        </pc:spChg>
      </pc:sldChg>
      <pc:sldChg chg="addSp delSp modSp new mod modClrScheme chgLayout">
        <pc:chgData name="Christian Alonso Vargas Farias" userId="b83b0799-a8f0-4780-92d8-c3d1a3a0903e" providerId="ADAL" clId="{2C999F0D-DB6D-4C9B-923B-7467CEC4EACB}" dt="2024-07-26T19:45:20.019" v="509" actId="478"/>
        <pc:sldMkLst>
          <pc:docMk/>
          <pc:sldMk cId="3300741064" sldId="258"/>
        </pc:sldMkLst>
        <pc:spChg chg="del mod ord">
          <ac:chgData name="Christian Alonso Vargas Farias" userId="b83b0799-a8f0-4780-92d8-c3d1a3a0903e" providerId="ADAL" clId="{2C999F0D-DB6D-4C9B-923B-7467CEC4EACB}" dt="2024-07-26T19:42:24.288" v="408" actId="700"/>
          <ac:spMkLst>
            <pc:docMk/>
            <pc:sldMk cId="3300741064" sldId="258"/>
            <ac:spMk id="2" creationId="{8D548673-EAE7-8628-CB94-1607267CEF80}"/>
          </ac:spMkLst>
        </pc:spChg>
        <pc:spChg chg="del mod ord">
          <ac:chgData name="Christian Alonso Vargas Farias" userId="b83b0799-a8f0-4780-92d8-c3d1a3a0903e" providerId="ADAL" clId="{2C999F0D-DB6D-4C9B-923B-7467CEC4EACB}" dt="2024-07-26T19:42:24.288" v="408" actId="700"/>
          <ac:spMkLst>
            <pc:docMk/>
            <pc:sldMk cId="3300741064" sldId="258"/>
            <ac:spMk id="3" creationId="{3122A9C0-4892-8C4E-4189-D7E85655939B}"/>
          </ac:spMkLst>
        </pc:spChg>
        <pc:spChg chg="add del mod ord">
          <ac:chgData name="Christian Alonso Vargas Farias" userId="b83b0799-a8f0-4780-92d8-c3d1a3a0903e" providerId="ADAL" clId="{2C999F0D-DB6D-4C9B-923B-7467CEC4EACB}" dt="2024-07-26T19:45:20.019" v="509" actId="478"/>
          <ac:spMkLst>
            <pc:docMk/>
            <pc:sldMk cId="3300741064" sldId="258"/>
            <ac:spMk id="4" creationId="{1960B442-2183-DB6B-8F37-EEA41A10B7B0}"/>
          </ac:spMkLst>
        </pc:spChg>
        <pc:spChg chg="add mod ord">
          <ac:chgData name="Christian Alonso Vargas Farias" userId="b83b0799-a8f0-4780-92d8-c3d1a3a0903e" providerId="ADAL" clId="{2C999F0D-DB6D-4C9B-923B-7467CEC4EACB}" dt="2024-07-26T19:42:24.288" v="408" actId="700"/>
          <ac:spMkLst>
            <pc:docMk/>
            <pc:sldMk cId="3300741064" sldId="258"/>
            <ac:spMk id="5" creationId="{9DD61DCE-439C-8992-2CBC-B9F18BA94FB8}"/>
          </ac:spMkLst>
        </pc:spChg>
        <pc:spChg chg="add mod">
          <ac:chgData name="Christian Alonso Vargas Farias" userId="b83b0799-a8f0-4780-92d8-c3d1a3a0903e" providerId="ADAL" clId="{2C999F0D-DB6D-4C9B-923B-7467CEC4EACB}" dt="2024-07-26T19:45:20.019" v="509" actId="478"/>
          <ac:spMkLst>
            <pc:docMk/>
            <pc:sldMk cId="3300741064" sldId="258"/>
            <ac:spMk id="7" creationId="{6C6AC09E-3440-1040-862D-E5AEDC3994D8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19:45:06.140" v="507" actId="478"/>
        <pc:sldMkLst>
          <pc:docMk/>
          <pc:sldMk cId="141057398" sldId="259"/>
        </pc:sldMkLst>
        <pc:spChg chg="add mod">
          <ac:chgData name="Christian Alonso Vargas Farias" userId="b83b0799-a8f0-4780-92d8-c3d1a3a0903e" providerId="ADAL" clId="{2C999F0D-DB6D-4C9B-923B-7467CEC4EACB}" dt="2024-07-26T19:45:06.140" v="507" actId="478"/>
          <ac:spMkLst>
            <pc:docMk/>
            <pc:sldMk cId="141057398" sldId="259"/>
            <ac:spMk id="3" creationId="{31F6D864-4A04-4320-A63A-7CEB9168DABC}"/>
          </ac:spMkLst>
        </pc:spChg>
        <pc:spChg chg="del mod ord">
          <ac:chgData name="Christian Alonso Vargas Farias" userId="b83b0799-a8f0-4780-92d8-c3d1a3a0903e" providerId="ADAL" clId="{2C999F0D-DB6D-4C9B-923B-7467CEC4EACB}" dt="2024-07-26T19:45:06.140" v="507" actId="478"/>
          <ac:spMkLst>
            <pc:docMk/>
            <pc:sldMk cId="141057398" sldId="259"/>
            <ac:spMk id="4" creationId="{1960B442-2183-DB6B-8F37-EEA41A10B7B0}"/>
          </ac:spMkLst>
        </pc:spChg>
        <pc:spChg chg="del">
          <ac:chgData name="Christian Alonso Vargas Farias" userId="b83b0799-a8f0-4780-92d8-c3d1a3a0903e" providerId="ADAL" clId="{2C999F0D-DB6D-4C9B-923B-7467CEC4EACB}" dt="2024-07-26T19:44:56.089" v="502" actId="700"/>
          <ac:spMkLst>
            <pc:docMk/>
            <pc:sldMk cId="141057398" sldId="259"/>
            <ac:spMk id="5" creationId="{9DD61DCE-439C-8992-2CBC-B9F18BA94FB8}"/>
          </ac:spMkLst>
        </pc:spChg>
      </pc:sldChg>
      <pc:sldChg chg="addSp delSp modSp new mod modClrScheme chgLayout">
        <pc:chgData name="Christian Alonso Vargas Farias" userId="b83b0799-a8f0-4780-92d8-c3d1a3a0903e" providerId="ADAL" clId="{2C999F0D-DB6D-4C9B-923B-7467CEC4EACB}" dt="2024-07-26T20:54:09.563" v="819" actId="700"/>
        <pc:sldMkLst>
          <pc:docMk/>
          <pc:sldMk cId="3266808694" sldId="260"/>
        </pc:sldMkLst>
        <pc:spChg chg="del mod ord">
          <ac:chgData name="Christian Alonso Vargas Farias" userId="b83b0799-a8f0-4780-92d8-c3d1a3a0903e" providerId="ADAL" clId="{2C999F0D-DB6D-4C9B-923B-7467CEC4EACB}" dt="2024-07-26T20:54:09.563" v="819" actId="700"/>
          <ac:spMkLst>
            <pc:docMk/>
            <pc:sldMk cId="3266808694" sldId="260"/>
            <ac:spMk id="2" creationId="{3F5445D1-B837-6290-565D-47FED46B56AA}"/>
          </ac:spMkLst>
        </pc:spChg>
        <pc:spChg chg="add mod ord">
          <ac:chgData name="Christian Alonso Vargas Farias" userId="b83b0799-a8f0-4780-92d8-c3d1a3a0903e" providerId="ADAL" clId="{2C999F0D-DB6D-4C9B-923B-7467CEC4EACB}" dt="2024-07-26T20:54:09.563" v="819" actId="700"/>
          <ac:spMkLst>
            <pc:docMk/>
            <pc:sldMk cId="3266808694" sldId="260"/>
            <ac:spMk id="3" creationId="{29084CB9-1545-69B9-A67D-E6FC9BCFC715}"/>
          </ac:spMkLst>
        </pc:spChg>
        <pc:spChg chg="add mod ord">
          <ac:chgData name="Christian Alonso Vargas Farias" userId="b83b0799-a8f0-4780-92d8-c3d1a3a0903e" providerId="ADAL" clId="{2C999F0D-DB6D-4C9B-923B-7467CEC4EACB}" dt="2024-07-26T20:54:09.563" v="819" actId="700"/>
          <ac:spMkLst>
            <pc:docMk/>
            <pc:sldMk cId="3266808694" sldId="260"/>
            <ac:spMk id="4" creationId="{4C9DA896-9867-77AC-3DFA-F1CAF52AC629}"/>
          </ac:spMkLst>
        </pc:spChg>
      </pc:sldChg>
      <pc:sldChg chg="addSp delSp modSp new mod modClrScheme chgLayout">
        <pc:chgData name="Christian Alonso Vargas Farias" userId="b83b0799-a8f0-4780-92d8-c3d1a3a0903e" providerId="ADAL" clId="{2C999F0D-DB6D-4C9B-923B-7467CEC4EACB}" dt="2024-07-26T20:54:24.514" v="825" actId="700"/>
        <pc:sldMkLst>
          <pc:docMk/>
          <pc:sldMk cId="2732465624" sldId="261"/>
        </pc:sldMkLst>
        <pc:spChg chg="del">
          <ac:chgData name="Christian Alonso Vargas Farias" userId="b83b0799-a8f0-4780-92d8-c3d1a3a0903e" providerId="ADAL" clId="{2C999F0D-DB6D-4C9B-923B-7467CEC4EACB}" dt="2024-07-26T20:54:24.514" v="825" actId="700"/>
          <ac:spMkLst>
            <pc:docMk/>
            <pc:sldMk cId="2732465624" sldId="261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24.514" v="825" actId="700"/>
          <ac:spMkLst>
            <pc:docMk/>
            <pc:sldMk cId="2732465624" sldId="261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24.514" v="825" actId="700"/>
          <ac:spMkLst>
            <pc:docMk/>
            <pc:sldMk cId="2732465624" sldId="261"/>
            <ac:spMk id="4" creationId="{A96B99FE-B7E9-3B8E-1625-F5D01E1F2E2F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4:29.406" v="826" actId="700"/>
        <pc:sldMkLst>
          <pc:docMk/>
          <pc:sldMk cId="228965534" sldId="262"/>
        </pc:sldMkLst>
        <pc:spChg chg="del">
          <ac:chgData name="Christian Alonso Vargas Farias" userId="b83b0799-a8f0-4780-92d8-c3d1a3a0903e" providerId="ADAL" clId="{2C999F0D-DB6D-4C9B-923B-7467CEC4EACB}" dt="2024-07-26T20:54:29.406" v="826" actId="700"/>
          <ac:spMkLst>
            <pc:docMk/>
            <pc:sldMk cId="228965534" sldId="262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29.406" v="826" actId="700"/>
          <ac:spMkLst>
            <pc:docMk/>
            <pc:sldMk cId="228965534" sldId="262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29.406" v="826" actId="700"/>
          <ac:spMkLst>
            <pc:docMk/>
            <pc:sldMk cId="228965534" sldId="262"/>
            <ac:spMk id="4" creationId="{A84B9AE2-21D2-203A-7509-AC9E9252A9C1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4:32.677" v="827" actId="700"/>
        <pc:sldMkLst>
          <pc:docMk/>
          <pc:sldMk cId="685101455" sldId="263"/>
        </pc:sldMkLst>
        <pc:spChg chg="del">
          <ac:chgData name="Christian Alonso Vargas Farias" userId="b83b0799-a8f0-4780-92d8-c3d1a3a0903e" providerId="ADAL" clId="{2C999F0D-DB6D-4C9B-923B-7467CEC4EACB}" dt="2024-07-26T20:54:32.677" v="827" actId="700"/>
          <ac:spMkLst>
            <pc:docMk/>
            <pc:sldMk cId="685101455" sldId="263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32.677" v="827" actId="700"/>
          <ac:spMkLst>
            <pc:docMk/>
            <pc:sldMk cId="685101455" sldId="263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32.677" v="827" actId="700"/>
          <ac:spMkLst>
            <pc:docMk/>
            <pc:sldMk cId="685101455" sldId="263"/>
            <ac:spMk id="4" creationId="{DF61C1C7-89A3-9D4A-6F7B-776D8C5238EB}"/>
          </ac:spMkLst>
        </pc:spChg>
      </pc:sldChg>
      <pc:sldChg chg="addSp delSp modSp add mod setBg modClrScheme chgLayout">
        <pc:chgData name="Christian Alonso Vargas Farias" userId="b83b0799-a8f0-4780-92d8-c3d1a3a0903e" providerId="ADAL" clId="{2C999F0D-DB6D-4C9B-923B-7467CEC4EACB}" dt="2024-07-26T21:00:10.963" v="838"/>
        <pc:sldMkLst>
          <pc:docMk/>
          <pc:sldMk cId="2302547647" sldId="264"/>
        </pc:sldMkLst>
        <pc:spChg chg="del">
          <ac:chgData name="Christian Alonso Vargas Farias" userId="b83b0799-a8f0-4780-92d8-c3d1a3a0903e" providerId="ADAL" clId="{2C999F0D-DB6D-4C9B-923B-7467CEC4EACB}" dt="2024-07-26T20:54:39.463" v="830" actId="700"/>
          <ac:spMkLst>
            <pc:docMk/>
            <pc:sldMk cId="2302547647" sldId="264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39.463" v="830" actId="700"/>
          <ac:spMkLst>
            <pc:docMk/>
            <pc:sldMk cId="2302547647" sldId="264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39.463" v="830" actId="700"/>
          <ac:spMkLst>
            <pc:docMk/>
            <pc:sldMk cId="2302547647" sldId="264"/>
            <ac:spMk id="4" creationId="{C98F96EE-8C36-16B6-047D-4FD2E9B6F84C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4:42.962" v="831" actId="700"/>
        <pc:sldMkLst>
          <pc:docMk/>
          <pc:sldMk cId="248929021" sldId="265"/>
        </pc:sldMkLst>
        <pc:spChg chg="del">
          <ac:chgData name="Christian Alonso Vargas Farias" userId="b83b0799-a8f0-4780-92d8-c3d1a3a0903e" providerId="ADAL" clId="{2C999F0D-DB6D-4C9B-923B-7467CEC4EACB}" dt="2024-07-26T20:54:42.962" v="831" actId="700"/>
          <ac:spMkLst>
            <pc:docMk/>
            <pc:sldMk cId="248929021" sldId="265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42.962" v="831" actId="700"/>
          <ac:spMkLst>
            <pc:docMk/>
            <pc:sldMk cId="248929021" sldId="265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42.962" v="831" actId="700"/>
          <ac:spMkLst>
            <pc:docMk/>
            <pc:sldMk cId="248929021" sldId="265"/>
            <ac:spMk id="4" creationId="{3A2A212F-0AAD-A6DD-8BC7-9E972228708B}"/>
          </ac:spMkLst>
        </pc:spChg>
      </pc:sldChg>
      <pc:sldChg chg="delSp add mod modClrScheme chgLayout">
        <pc:chgData name="Christian Alonso Vargas Farias" userId="b83b0799-a8f0-4780-92d8-c3d1a3a0903e" providerId="ADAL" clId="{2C999F0D-DB6D-4C9B-923B-7467CEC4EACB}" dt="2024-07-26T20:54:46.307" v="832" actId="700"/>
        <pc:sldMkLst>
          <pc:docMk/>
          <pc:sldMk cId="1677552411" sldId="266"/>
        </pc:sldMkLst>
        <pc:spChg chg="del">
          <ac:chgData name="Christian Alonso Vargas Farias" userId="b83b0799-a8f0-4780-92d8-c3d1a3a0903e" providerId="ADAL" clId="{2C999F0D-DB6D-4C9B-923B-7467CEC4EACB}" dt="2024-07-26T20:54:46.307" v="832" actId="700"/>
          <ac:spMkLst>
            <pc:docMk/>
            <pc:sldMk cId="1677552411" sldId="266"/>
            <ac:spMk id="2" creationId="{B4B591DB-4AFF-3517-223D-99D6C014A803}"/>
          </ac:spMkLst>
        </pc:spChg>
        <pc:spChg chg="del">
          <ac:chgData name="Christian Alonso Vargas Farias" userId="b83b0799-a8f0-4780-92d8-c3d1a3a0903e" providerId="ADAL" clId="{2C999F0D-DB6D-4C9B-923B-7467CEC4EACB}" dt="2024-07-26T20:54:46.307" v="832" actId="700"/>
          <ac:spMkLst>
            <pc:docMk/>
            <pc:sldMk cId="1677552411" sldId="266"/>
            <ac:spMk id="3" creationId="{9DB6C7B1-7822-C92C-6DFD-919394A4E379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4:49.356" v="833" actId="700"/>
        <pc:sldMkLst>
          <pc:docMk/>
          <pc:sldMk cId="1995167618" sldId="267"/>
        </pc:sldMkLst>
        <pc:spChg chg="del">
          <ac:chgData name="Christian Alonso Vargas Farias" userId="b83b0799-a8f0-4780-92d8-c3d1a3a0903e" providerId="ADAL" clId="{2C999F0D-DB6D-4C9B-923B-7467CEC4EACB}" dt="2024-07-26T20:54:49.356" v="833" actId="700"/>
          <ac:spMkLst>
            <pc:docMk/>
            <pc:sldMk cId="1995167618" sldId="267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49.356" v="833" actId="700"/>
          <ac:spMkLst>
            <pc:docMk/>
            <pc:sldMk cId="1995167618" sldId="267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49.356" v="833" actId="700"/>
          <ac:spMkLst>
            <pc:docMk/>
            <pc:sldMk cId="1995167618" sldId="267"/>
            <ac:spMk id="4" creationId="{01FB51C7-44EC-216A-ED07-CB6D43B6A454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5:37.703" v="835" actId="700"/>
        <pc:sldMkLst>
          <pc:docMk/>
          <pc:sldMk cId="1831503501" sldId="268"/>
        </pc:sldMkLst>
        <pc:spChg chg="add mod ord">
          <ac:chgData name="Christian Alonso Vargas Farias" userId="b83b0799-a8f0-4780-92d8-c3d1a3a0903e" providerId="ADAL" clId="{2C999F0D-DB6D-4C9B-923B-7467CEC4EACB}" dt="2024-07-26T20:55:37.703" v="835" actId="700"/>
          <ac:spMkLst>
            <pc:docMk/>
            <pc:sldMk cId="1831503501" sldId="268"/>
            <ac:spMk id="2" creationId="{AD14952D-C6F1-F3E2-1911-8A8F2B02C17F}"/>
          </ac:spMkLst>
        </pc:spChg>
        <pc:spChg chg="add mod ord">
          <ac:chgData name="Christian Alonso Vargas Farias" userId="b83b0799-a8f0-4780-92d8-c3d1a3a0903e" providerId="ADAL" clId="{2C999F0D-DB6D-4C9B-923B-7467CEC4EACB}" dt="2024-07-26T20:55:37.703" v="835" actId="700"/>
          <ac:spMkLst>
            <pc:docMk/>
            <pc:sldMk cId="1831503501" sldId="268"/>
            <ac:spMk id="3" creationId="{A830A7D4-9FB2-7D19-8923-AF197C90CD7D}"/>
          </ac:spMkLst>
        </pc:spChg>
        <pc:spChg chg="add mod ord">
          <ac:chgData name="Christian Alonso Vargas Farias" userId="b83b0799-a8f0-4780-92d8-c3d1a3a0903e" providerId="ADAL" clId="{2C999F0D-DB6D-4C9B-923B-7467CEC4EACB}" dt="2024-07-26T20:55:37.703" v="835" actId="700"/>
          <ac:spMkLst>
            <pc:docMk/>
            <pc:sldMk cId="1831503501" sldId="268"/>
            <ac:spMk id="4" creationId="{8EB7AFDD-65B3-09CA-F169-752572A2BD83}"/>
          </ac:spMkLst>
        </pc:spChg>
        <pc:spChg chg="del mod ord">
          <ac:chgData name="Christian Alonso Vargas Farias" userId="b83b0799-a8f0-4780-92d8-c3d1a3a0903e" providerId="ADAL" clId="{2C999F0D-DB6D-4C9B-923B-7467CEC4EACB}" dt="2024-07-26T20:55:37.703" v="835" actId="700"/>
          <ac:spMkLst>
            <pc:docMk/>
            <pc:sldMk cId="1831503501" sldId="268"/>
            <ac:spMk id="9" creationId="{6686DDAF-B6E4-A2DB-60F6-B826C669D470}"/>
          </ac:spMkLst>
        </pc:spChg>
        <pc:spChg chg="del mod ord">
          <ac:chgData name="Christian Alonso Vargas Farias" userId="b83b0799-a8f0-4780-92d8-c3d1a3a0903e" providerId="ADAL" clId="{2C999F0D-DB6D-4C9B-923B-7467CEC4EACB}" dt="2024-07-26T20:55:37.703" v="835" actId="700"/>
          <ac:spMkLst>
            <pc:docMk/>
            <pc:sldMk cId="1831503501" sldId="268"/>
            <ac:spMk id="11" creationId="{D2E49BF4-A7B0-C31B-DEC3-B0E6E3611667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5:43.069" v="836" actId="700"/>
        <pc:sldMkLst>
          <pc:docMk/>
          <pc:sldMk cId="305604131" sldId="269"/>
        </pc:sldMkLst>
        <pc:spChg chg="add mod ord">
          <ac:chgData name="Christian Alonso Vargas Farias" userId="b83b0799-a8f0-4780-92d8-c3d1a3a0903e" providerId="ADAL" clId="{2C999F0D-DB6D-4C9B-923B-7467CEC4EACB}" dt="2024-07-26T20:55:43.069" v="836" actId="700"/>
          <ac:spMkLst>
            <pc:docMk/>
            <pc:sldMk cId="305604131" sldId="269"/>
            <ac:spMk id="2" creationId="{7B37A120-985F-805A-3AEA-A510B6B21794}"/>
          </ac:spMkLst>
        </pc:spChg>
        <pc:spChg chg="add mod ord">
          <ac:chgData name="Christian Alonso Vargas Farias" userId="b83b0799-a8f0-4780-92d8-c3d1a3a0903e" providerId="ADAL" clId="{2C999F0D-DB6D-4C9B-923B-7467CEC4EACB}" dt="2024-07-26T20:55:43.069" v="836" actId="700"/>
          <ac:spMkLst>
            <pc:docMk/>
            <pc:sldMk cId="305604131" sldId="269"/>
            <ac:spMk id="3" creationId="{8AEB7671-563D-10D7-0B91-AE4AB9E0E492}"/>
          </ac:spMkLst>
        </pc:spChg>
        <pc:spChg chg="add mod ord">
          <ac:chgData name="Christian Alonso Vargas Farias" userId="b83b0799-a8f0-4780-92d8-c3d1a3a0903e" providerId="ADAL" clId="{2C999F0D-DB6D-4C9B-923B-7467CEC4EACB}" dt="2024-07-26T20:55:43.069" v="836" actId="700"/>
          <ac:spMkLst>
            <pc:docMk/>
            <pc:sldMk cId="305604131" sldId="269"/>
            <ac:spMk id="4" creationId="{68A94F1D-42E8-3EDA-C204-A0C652D78790}"/>
          </ac:spMkLst>
        </pc:spChg>
        <pc:spChg chg="del mod ord">
          <ac:chgData name="Christian Alonso Vargas Farias" userId="b83b0799-a8f0-4780-92d8-c3d1a3a0903e" providerId="ADAL" clId="{2C999F0D-DB6D-4C9B-923B-7467CEC4EACB}" dt="2024-07-26T20:55:43.069" v="836" actId="700"/>
          <ac:spMkLst>
            <pc:docMk/>
            <pc:sldMk cId="305604131" sldId="269"/>
            <ac:spMk id="5" creationId="{9DD61DCE-439C-8992-2CBC-B9F18BA94FB8}"/>
          </ac:spMkLst>
        </pc:spChg>
        <pc:spChg chg="del mod ord">
          <ac:chgData name="Christian Alonso Vargas Farias" userId="b83b0799-a8f0-4780-92d8-c3d1a3a0903e" providerId="ADAL" clId="{2C999F0D-DB6D-4C9B-923B-7467CEC4EACB}" dt="2024-07-26T20:55:43.069" v="836" actId="700"/>
          <ac:spMkLst>
            <pc:docMk/>
            <pc:sldMk cId="305604131" sldId="269"/>
            <ac:spMk id="7" creationId="{6C6AC09E-3440-1040-862D-E5AEDC3994D8}"/>
          </ac:spMkLst>
        </pc:spChg>
      </pc:sldChg>
      <pc:sldMasterChg chg="addSp delSp modSp mod delSldLayout modSldLayout sldLayoutOrd">
        <pc:chgData name="Christian Alonso Vargas Farias" userId="b83b0799-a8f0-4780-92d8-c3d1a3a0903e" providerId="ADAL" clId="{2C999F0D-DB6D-4C9B-923B-7467CEC4EACB}" dt="2024-07-26T20:53:40.393" v="817"/>
        <pc:sldMasterMkLst>
          <pc:docMk/>
          <pc:sldMasterMk cId="1596014252" sldId="2147483648"/>
        </pc:sldMasterMkLst>
        <pc:spChg chg="mod">
          <ac:chgData name="Christian Alonso Vargas Farias" userId="b83b0799-a8f0-4780-92d8-c3d1a3a0903e" providerId="ADAL" clId="{2C999F0D-DB6D-4C9B-923B-7467CEC4EACB}" dt="2024-07-26T19:47:13.416" v="566" actId="2711"/>
          <ac:spMkLst>
            <pc:docMk/>
            <pc:sldMasterMk cId="1596014252" sldId="2147483648"/>
            <ac:spMk id="2" creationId="{61476006-D024-95B7-FC9F-2EE779889926}"/>
          </ac:spMkLst>
        </pc:spChg>
        <pc:spChg chg="mod">
          <ac:chgData name="Christian Alonso Vargas Farias" userId="b83b0799-a8f0-4780-92d8-c3d1a3a0903e" providerId="ADAL" clId="{2C999F0D-DB6D-4C9B-923B-7467CEC4EACB}" dt="2024-07-26T19:50:52.447" v="647" actId="2711"/>
          <ac:spMkLst>
            <pc:docMk/>
            <pc:sldMasterMk cId="1596014252" sldId="2147483648"/>
            <ac:spMk id="3" creationId="{80280EBE-C583-F487-FC5B-05C50106B5C4}"/>
          </ac:spMkLst>
        </pc:spChg>
        <pc:spChg chg="del mod">
          <ac:chgData name="Christian Alonso Vargas Farias" userId="b83b0799-a8f0-4780-92d8-c3d1a3a0903e" providerId="ADAL" clId="{2C999F0D-DB6D-4C9B-923B-7467CEC4EACB}" dt="2024-07-26T19:25:01.923" v="3" actId="478"/>
          <ac:spMkLst>
            <pc:docMk/>
            <pc:sldMasterMk cId="1596014252" sldId="2147483648"/>
            <ac:spMk id="4" creationId="{6F5545AC-A244-10B6-15F9-3F97D53FD10B}"/>
          </ac:spMkLst>
        </pc:spChg>
        <pc:spChg chg="del mod">
          <ac:chgData name="Christian Alonso Vargas Farias" userId="b83b0799-a8f0-4780-92d8-c3d1a3a0903e" providerId="ADAL" clId="{2C999F0D-DB6D-4C9B-923B-7467CEC4EACB}" dt="2024-07-26T19:25:01.923" v="3" actId="478"/>
          <ac:spMkLst>
            <pc:docMk/>
            <pc:sldMasterMk cId="1596014252" sldId="2147483648"/>
            <ac:spMk id="5" creationId="{09F9D8AD-821A-21DA-658B-3B891A0DA655}"/>
          </ac:spMkLst>
        </pc:spChg>
        <pc:spChg chg="del mod">
          <ac:chgData name="Christian Alonso Vargas Farias" userId="b83b0799-a8f0-4780-92d8-c3d1a3a0903e" providerId="ADAL" clId="{2C999F0D-DB6D-4C9B-923B-7467CEC4EACB}" dt="2024-07-26T19:25:01.923" v="3" actId="478"/>
          <ac:spMkLst>
            <pc:docMk/>
            <pc:sldMasterMk cId="1596014252" sldId="2147483648"/>
            <ac:spMk id="6" creationId="{CD328529-AF58-0D20-ABAF-3B5B6E406D46}"/>
          </ac:spMkLst>
        </pc:spChg>
        <pc:spChg chg="add del mod">
          <ac:chgData name="Christian Alonso Vargas Farias" userId="b83b0799-a8f0-4780-92d8-c3d1a3a0903e" providerId="ADAL" clId="{2C999F0D-DB6D-4C9B-923B-7467CEC4EACB}" dt="2024-07-26T19:40:33.691" v="396" actId="478"/>
          <ac:spMkLst>
            <pc:docMk/>
            <pc:sldMasterMk cId="1596014252" sldId="2147483648"/>
            <ac:spMk id="7" creationId="{88AD0985-C1C6-DF00-8DB0-7C268B878D7A}"/>
          </ac:spMkLst>
        </pc:spChg>
        <pc:spChg chg="add del mod">
          <ac:chgData name="Christian Alonso Vargas Farias" userId="b83b0799-a8f0-4780-92d8-c3d1a3a0903e" providerId="ADAL" clId="{2C999F0D-DB6D-4C9B-923B-7467CEC4EACB}" dt="2024-07-26T19:40:32.808" v="395" actId="478"/>
          <ac:spMkLst>
            <pc:docMk/>
            <pc:sldMasterMk cId="1596014252" sldId="2147483648"/>
            <ac:spMk id="8" creationId="{8058E42E-F7D1-97C5-B9A0-DC4AE0059971}"/>
          </ac:spMkLst>
        </pc:spChg>
        <pc:spChg chg="add del mod">
          <ac:chgData name="Christian Alonso Vargas Farias" userId="b83b0799-a8f0-4780-92d8-c3d1a3a0903e" providerId="ADAL" clId="{2C999F0D-DB6D-4C9B-923B-7467CEC4EACB}" dt="2024-07-26T20:16:31.345" v="790" actId="478"/>
          <ac:spMkLst>
            <pc:docMk/>
            <pc:sldMasterMk cId="1596014252" sldId="2147483648"/>
            <ac:spMk id="10" creationId="{BB45A638-43AC-77FC-6E78-1C05CE81F87A}"/>
          </ac:spMkLst>
        </pc:spChg>
        <pc:spChg chg="add del mod">
          <ac:chgData name="Christian Alonso Vargas Farias" userId="b83b0799-a8f0-4780-92d8-c3d1a3a0903e" providerId="ADAL" clId="{2C999F0D-DB6D-4C9B-923B-7467CEC4EACB}" dt="2024-07-26T20:16:30.173" v="789" actId="478"/>
          <ac:spMkLst>
            <pc:docMk/>
            <pc:sldMasterMk cId="1596014252" sldId="2147483648"/>
            <ac:spMk id="11" creationId="{CCCD84B5-2F91-CEDC-39AD-62CDF7932DA8}"/>
          </ac:spMkLst>
        </pc:spChg>
        <pc:sldLayoutChg chg="addSp delSp modSp mod setBg">
          <pc:chgData name="Christian Alonso Vargas Farias" userId="b83b0799-a8f0-4780-92d8-c3d1a3a0903e" providerId="ADAL" clId="{2C999F0D-DB6D-4C9B-923B-7467CEC4EACB}" dt="2024-07-26T19:50:26.093" v="644" actId="2711"/>
          <pc:sldLayoutMkLst>
            <pc:docMk/>
            <pc:sldMasterMk cId="1596014252" sldId="2147483648"/>
            <pc:sldLayoutMk cId="2330253853" sldId="2147483649"/>
          </pc:sldLayoutMkLst>
          <pc:spChg chg="mod">
            <ac:chgData name="Christian Alonso Vargas Farias" userId="b83b0799-a8f0-4780-92d8-c3d1a3a0903e" providerId="ADAL" clId="{2C999F0D-DB6D-4C9B-923B-7467CEC4EACB}" dt="2024-07-26T19:37:36.961" v="354" actId="207"/>
            <ac:spMkLst>
              <pc:docMk/>
              <pc:sldMasterMk cId="1596014252" sldId="2147483648"/>
              <pc:sldLayoutMk cId="2330253853" sldId="2147483649"/>
              <ac:spMk id="2" creationId="{CD78AEB8-2D75-6955-1B97-B06465C4C6A4}"/>
            </ac:spMkLst>
          </pc:spChg>
          <pc:spChg chg="del mod">
            <ac:chgData name="Christian Alonso Vargas Farias" userId="b83b0799-a8f0-4780-92d8-c3d1a3a0903e" providerId="ADAL" clId="{2C999F0D-DB6D-4C9B-923B-7467CEC4EACB}" dt="2024-07-26T19:30:10.018" v="138" actId="478"/>
            <ac:spMkLst>
              <pc:docMk/>
              <pc:sldMasterMk cId="1596014252" sldId="2147483648"/>
              <pc:sldLayoutMk cId="2330253853" sldId="2147483649"/>
              <ac:spMk id="3" creationId="{77034C4D-EF23-736C-3E2F-338A56BACB46}"/>
            </ac:spMkLst>
          </pc:spChg>
          <pc:spChg chg="del">
            <ac:chgData name="Christian Alonso Vargas Farias" userId="b83b0799-a8f0-4780-92d8-c3d1a3a0903e" providerId="ADAL" clId="{2C999F0D-DB6D-4C9B-923B-7467CEC4EACB}" dt="2024-07-26T19:28:43.537" v="90" actId="478"/>
            <ac:spMkLst>
              <pc:docMk/>
              <pc:sldMasterMk cId="1596014252" sldId="2147483648"/>
              <pc:sldLayoutMk cId="2330253853" sldId="2147483649"/>
              <ac:spMk id="4" creationId="{077C2F7E-8418-611C-0D99-C14D9A38AB6F}"/>
            </ac:spMkLst>
          </pc:spChg>
          <pc:spChg chg="del">
            <ac:chgData name="Christian Alonso Vargas Farias" userId="b83b0799-a8f0-4780-92d8-c3d1a3a0903e" providerId="ADAL" clId="{2C999F0D-DB6D-4C9B-923B-7467CEC4EACB}" dt="2024-07-26T19:28:41.155" v="88" actId="478"/>
            <ac:spMkLst>
              <pc:docMk/>
              <pc:sldMasterMk cId="1596014252" sldId="2147483648"/>
              <pc:sldLayoutMk cId="2330253853" sldId="2147483649"/>
              <ac:spMk id="5" creationId="{35340964-090A-BECD-AE05-3349B7CEBD8F}"/>
            </ac:spMkLst>
          </pc:spChg>
          <pc:spChg chg="del">
            <ac:chgData name="Christian Alonso Vargas Farias" userId="b83b0799-a8f0-4780-92d8-c3d1a3a0903e" providerId="ADAL" clId="{2C999F0D-DB6D-4C9B-923B-7467CEC4EACB}" dt="2024-07-26T19:28:39.685" v="87" actId="478"/>
            <ac:spMkLst>
              <pc:docMk/>
              <pc:sldMasterMk cId="1596014252" sldId="2147483648"/>
              <pc:sldLayoutMk cId="2330253853" sldId="2147483649"/>
              <ac:spMk id="6" creationId="{21EA0748-2EF7-00ED-466A-023F1EBBD4F7}"/>
            </ac:spMkLst>
          </pc:spChg>
          <pc:spChg chg="add del">
            <ac:chgData name="Christian Alonso Vargas Farias" userId="b83b0799-a8f0-4780-92d8-c3d1a3a0903e" providerId="ADAL" clId="{2C999F0D-DB6D-4C9B-923B-7467CEC4EACB}" dt="2024-07-26T19:26:31.596" v="43" actId="478"/>
            <ac:spMkLst>
              <pc:docMk/>
              <pc:sldMasterMk cId="1596014252" sldId="2147483648"/>
              <pc:sldLayoutMk cId="2330253853" sldId="2147483649"/>
              <ac:spMk id="9" creationId="{3166A954-39F7-FC1D-09BB-34E211531D3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7:47.238" v="355" actId="21"/>
            <ac:spMkLst>
              <pc:docMk/>
              <pc:sldMasterMk cId="1596014252" sldId="2147483648"/>
              <pc:sldLayoutMk cId="2330253853" sldId="2147483649"/>
              <ac:spMk id="10" creationId="{BB45A638-43AC-77FC-6E78-1C05CE81F87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7:47.238" v="355" actId="21"/>
            <ac:spMkLst>
              <pc:docMk/>
              <pc:sldMasterMk cId="1596014252" sldId="2147483648"/>
              <pc:sldLayoutMk cId="2330253853" sldId="2147483649"/>
              <ac:spMk id="11" creationId="{CCCD84B5-2F91-CEDC-39AD-62CDF7932DA8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3:59.117" v="221" actId="478"/>
            <ac:spMkLst>
              <pc:docMk/>
              <pc:sldMasterMk cId="1596014252" sldId="2147483648"/>
              <pc:sldLayoutMk cId="2330253853" sldId="2147483649"/>
              <ac:spMk id="12" creationId="{2C4DCF0B-11FD-BAC5-53DD-D99DE972C6A7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4:00.685" v="222" actId="478"/>
            <ac:spMkLst>
              <pc:docMk/>
              <pc:sldMasterMk cId="1596014252" sldId="2147483648"/>
              <pc:sldLayoutMk cId="2330253853" sldId="2147483649"/>
              <ac:spMk id="13" creationId="{DBBE8147-D590-FAA2-3EE0-D7C006AEB155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4:03.222" v="223" actId="478"/>
            <ac:spMkLst>
              <pc:docMk/>
              <pc:sldMasterMk cId="1596014252" sldId="2147483648"/>
              <pc:sldLayoutMk cId="2330253853" sldId="2147483649"/>
              <ac:spMk id="14" creationId="{65517CEA-0222-C5A2-90EC-9287C0F79149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0:53.413" v="147" actId="478"/>
            <ac:spMkLst>
              <pc:docMk/>
              <pc:sldMasterMk cId="1596014252" sldId="2147483648"/>
              <pc:sldLayoutMk cId="2330253853" sldId="2147483649"/>
              <ac:spMk id="15" creationId="{C5C17AEA-A3B1-25A8-D70A-95CC3C95B998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0:50.630" v="146" actId="478"/>
            <ac:spMkLst>
              <pc:docMk/>
              <pc:sldMasterMk cId="1596014252" sldId="2147483648"/>
              <pc:sldLayoutMk cId="2330253853" sldId="2147483649"/>
              <ac:spMk id="16" creationId="{8B7E1ACA-C01B-DCD9-790A-29FACC329D14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1:31.156" v="151" actId="478"/>
            <ac:spMkLst>
              <pc:docMk/>
              <pc:sldMasterMk cId="1596014252" sldId="2147483648"/>
              <pc:sldLayoutMk cId="2330253853" sldId="2147483649"/>
              <ac:spMk id="17" creationId="{7E028F0C-D4AC-8AEE-C0E6-229B880E2D98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50:26.093" v="644" actId="2711"/>
            <ac:spMkLst>
              <pc:docMk/>
              <pc:sldMasterMk cId="1596014252" sldId="2147483648"/>
              <pc:sldLayoutMk cId="2330253853" sldId="2147483649"/>
              <ac:spMk id="18" creationId="{EA7BA1A8-181E-CBBB-E73A-1202B20F6504}"/>
            </ac:spMkLst>
          </pc:spChg>
          <pc:picChg chg="add del mod ord">
            <ac:chgData name="Christian Alonso Vargas Farias" userId="b83b0799-a8f0-4780-92d8-c3d1a3a0903e" providerId="ADAL" clId="{2C999F0D-DB6D-4C9B-923B-7467CEC4EACB}" dt="2024-07-26T19:28:42.073" v="89" actId="478"/>
            <ac:picMkLst>
              <pc:docMk/>
              <pc:sldMasterMk cId="1596014252" sldId="2147483648"/>
              <pc:sldLayoutMk cId="2330253853" sldId="2147483649"/>
              <ac:picMk id="8" creationId="{48C73ED0-19B4-B9E3-0015-286A830F00FF}"/>
            </ac:picMkLst>
          </pc:picChg>
        </pc:sldLayoutChg>
        <pc:sldLayoutChg chg="addSp delSp modSp mod setBg">
          <pc:chgData name="Christian Alonso Vargas Farias" userId="b83b0799-a8f0-4780-92d8-c3d1a3a0903e" providerId="ADAL" clId="{2C999F0D-DB6D-4C9B-923B-7467CEC4EACB}" dt="2024-07-26T19:50:48.272" v="646" actId="2711"/>
          <pc:sldLayoutMkLst>
            <pc:docMk/>
            <pc:sldMasterMk cId="1596014252" sldId="2147483648"/>
            <pc:sldLayoutMk cId="2140651059" sldId="2147483650"/>
          </pc:sldLayoutMkLst>
          <pc:spChg chg="mod">
            <ac:chgData name="Christian Alonso Vargas Farias" userId="b83b0799-a8f0-4780-92d8-c3d1a3a0903e" providerId="ADAL" clId="{2C999F0D-DB6D-4C9B-923B-7467CEC4EACB}" dt="2024-07-26T19:46:55.340" v="564" actId="2711"/>
            <ac:spMkLst>
              <pc:docMk/>
              <pc:sldMasterMk cId="1596014252" sldId="2147483648"/>
              <pc:sldLayoutMk cId="2140651059" sldId="2147483650"/>
              <ac:spMk id="2" creationId="{87BB4B73-8BCF-8A42-41BB-AC46AAD963F6}"/>
            </ac:spMkLst>
          </pc:spChg>
          <pc:spChg chg="mod">
            <ac:chgData name="Christian Alonso Vargas Farias" userId="b83b0799-a8f0-4780-92d8-c3d1a3a0903e" providerId="ADAL" clId="{2C999F0D-DB6D-4C9B-923B-7467CEC4EACB}" dt="2024-07-26T19:50:48.272" v="646" actId="2711"/>
            <ac:spMkLst>
              <pc:docMk/>
              <pc:sldMasterMk cId="1596014252" sldId="2147483648"/>
              <pc:sldLayoutMk cId="2140651059" sldId="2147483650"/>
              <ac:spMk id="3" creationId="{6D440FB0-C32D-D196-EDFF-81C19819D98E}"/>
            </ac:spMkLst>
          </pc:spChg>
          <pc:spChg chg="del">
            <ac:chgData name="Christian Alonso Vargas Farias" userId="b83b0799-a8f0-4780-92d8-c3d1a3a0903e" providerId="ADAL" clId="{2C999F0D-DB6D-4C9B-923B-7467CEC4EACB}" dt="2024-07-26T19:36:16.317" v="321" actId="478"/>
            <ac:spMkLst>
              <pc:docMk/>
              <pc:sldMasterMk cId="1596014252" sldId="2147483648"/>
              <pc:sldLayoutMk cId="2140651059" sldId="2147483650"/>
              <ac:spMk id="4" creationId="{CEBDC00E-B2AC-FCA3-32DC-9EB1587B60D2}"/>
            </ac:spMkLst>
          </pc:spChg>
          <pc:spChg chg="del">
            <ac:chgData name="Christian Alonso Vargas Farias" userId="b83b0799-a8f0-4780-92d8-c3d1a3a0903e" providerId="ADAL" clId="{2C999F0D-DB6D-4C9B-923B-7467CEC4EACB}" dt="2024-07-26T19:36:16.317" v="321" actId="478"/>
            <ac:spMkLst>
              <pc:docMk/>
              <pc:sldMasterMk cId="1596014252" sldId="2147483648"/>
              <pc:sldLayoutMk cId="2140651059" sldId="2147483650"/>
              <ac:spMk id="5" creationId="{58C0ADBE-43CE-43CB-CA69-FA47CB11C498}"/>
            </ac:spMkLst>
          </pc:spChg>
          <pc:spChg chg="del">
            <ac:chgData name="Christian Alonso Vargas Farias" userId="b83b0799-a8f0-4780-92d8-c3d1a3a0903e" providerId="ADAL" clId="{2C999F0D-DB6D-4C9B-923B-7467CEC4EACB}" dt="2024-07-26T19:36:16.317" v="321" actId="478"/>
            <ac:spMkLst>
              <pc:docMk/>
              <pc:sldMasterMk cId="1596014252" sldId="2147483648"/>
              <pc:sldLayoutMk cId="2140651059" sldId="2147483650"/>
              <ac:spMk id="6" creationId="{01578F48-F76B-A483-54C4-85D5E02FA667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43:31.449" v="465" actId="21"/>
            <ac:spMkLst>
              <pc:docMk/>
              <pc:sldMasterMk cId="1596014252" sldId="2147483648"/>
              <pc:sldLayoutMk cId="2140651059" sldId="2147483650"/>
              <ac:spMk id="10" creationId="{BB45A638-43AC-77FC-6E78-1C05CE81F87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43:31.449" v="465" actId="21"/>
            <ac:spMkLst>
              <pc:docMk/>
              <pc:sldMasterMk cId="1596014252" sldId="2147483648"/>
              <pc:sldLayoutMk cId="2140651059" sldId="2147483650"/>
              <ac:spMk id="11" creationId="{CCCD84B5-2F91-CEDC-39AD-62CDF7932DA8}"/>
            </ac:spMkLst>
          </pc:spChg>
          <pc:picChg chg="add del mod">
            <ac:chgData name="Christian Alonso Vargas Farias" userId="b83b0799-a8f0-4780-92d8-c3d1a3a0903e" providerId="ADAL" clId="{2C999F0D-DB6D-4C9B-923B-7467CEC4EACB}" dt="2024-07-26T19:37:18.754" v="348" actId="21"/>
            <ac:picMkLst>
              <pc:docMk/>
              <pc:sldMasterMk cId="1596014252" sldId="2147483648"/>
              <pc:sldLayoutMk cId="2140651059" sldId="2147483650"/>
              <ac:picMk id="8" creationId="{505151CC-094C-7D82-04B6-0E5D6E186920}"/>
            </ac:picMkLst>
          </pc:picChg>
          <pc:picChg chg="add del mod">
            <ac:chgData name="Christian Alonso Vargas Farias" userId="b83b0799-a8f0-4780-92d8-c3d1a3a0903e" providerId="ADAL" clId="{2C999F0D-DB6D-4C9B-923B-7467CEC4EACB}" dt="2024-07-26T19:37:32.105" v="353" actId="478"/>
            <ac:picMkLst>
              <pc:docMk/>
              <pc:sldMasterMk cId="1596014252" sldId="2147483648"/>
              <pc:sldLayoutMk cId="2140651059" sldId="2147483650"/>
              <ac:picMk id="9" creationId="{505151CC-094C-7D82-04B6-0E5D6E186920}"/>
            </ac:picMkLst>
          </pc:picChg>
        </pc:sldLayoutChg>
        <pc:sldLayoutChg chg="addSp delSp modSp mod setBg">
          <pc:chgData name="Christian Alonso Vargas Farias" userId="b83b0799-a8f0-4780-92d8-c3d1a3a0903e" providerId="ADAL" clId="{2C999F0D-DB6D-4C9B-923B-7467CEC4EACB}" dt="2024-07-26T19:51:26.598" v="649" actId="6014"/>
          <pc:sldLayoutMkLst>
            <pc:docMk/>
            <pc:sldMasterMk cId="1596014252" sldId="2147483648"/>
            <pc:sldLayoutMk cId="1614252353" sldId="2147483651"/>
          </pc:sldLayoutMkLst>
          <pc:spChg chg="mod">
            <ac:chgData name="Christian Alonso Vargas Farias" userId="b83b0799-a8f0-4780-92d8-c3d1a3a0903e" providerId="ADAL" clId="{2C999F0D-DB6D-4C9B-923B-7467CEC4EACB}" dt="2024-07-26T19:46:33.728" v="563" actId="2711"/>
            <ac:spMkLst>
              <pc:docMk/>
              <pc:sldMasterMk cId="1596014252" sldId="2147483648"/>
              <pc:sldLayoutMk cId="1614252353" sldId="2147483651"/>
              <ac:spMk id="2" creationId="{57336CEE-FAE4-9046-1133-616F1FA64366}"/>
            </ac:spMkLst>
          </pc:spChg>
          <pc:spChg chg="add del">
            <ac:chgData name="Christian Alonso Vargas Farias" userId="b83b0799-a8f0-4780-92d8-c3d1a3a0903e" providerId="ADAL" clId="{2C999F0D-DB6D-4C9B-923B-7467CEC4EACB}" dt="2024-07-26T19:43:47.132" v="469" actId="478"/>
            <ac:spMkLst>
              <pc:docMk/>
              <pc:sldMasterMk cId="1596014252" sldId="2147483648"/>
              <pc:sldLayoutMk cId="1614252353" sldId="2147483651"/>
              <ac:spMk id="3" creationId="{B848E476-76CC-9A2A-1AD9-A58140AB1661}"/>
            </ac:spMkLst>
          </pc:spChg>
          <pc:spChg chg="del">
            <ac:chgData name="Christian Alonso Vargas Farias" userId="b83b0799-a8f0-4780-92d8-c3d1a3a0903e" providerId="ADAL" clId="{2C999F0D-DB6D-4C9B-923B-7467CEC4EACB}" dt="2024-07-26T19:43:24.475" v="464" actId="478"/>
            <ac:spMkLst>
              <pc:docMk/>
              <pc:sldMasterMk cId="1596014252" sldId="2147483648"/>
              <pc:sldLayoutMk cId="1614252353" sldId="2147483651"/>
              <ac:spMk id="4" creationId="{1BD3F2C7-3214-28A0-B5D5-A8E1708D032E}"/>
            </ac:spMkLst>
          </pc:spChg>
          <pc:spChg chg="del">
            <ac:chgData name="Christian Alonso Vargas Farias" userId="b83b0799-a8f0-4780-92d8-c3d1a3a0903e" providerId="ADAL" clId="{2C999F0D-DB6D-4C9B-923B-7467CEC4EACB}" dt="2024-07-26T19:43:24.475" v="464" actId="478"/>
            <ac:spMkLst>
              <pc:docMk/>
              <pc:sldMasterMk cId="1596014252" sldId="2147483648"/>
              <pc:sldLayoutMk cId="1614252353" sldId="2147483651"/>
              <ac:spMk id="5" creationId="{9FDA3A2D-D86D-BB48-FC84-CBF1CEC878F5}"/>
            </ac:spMkLst>
          </pc:spChg>
          <pc:spChg chg="del">
            <ac:chgData name="Christian Alonso Vargas Farias" userId="b83b0799-a8f0-4780-92d8-c3d1a3a0903e" providerId="ADAL" clId="{2C999F0D-DB6D-4C9B-923B-7467CEC4EACB}" dt="2024-07-26T19:43:24.475" v="464" actId="478"/>
            <ac:spMkLst>
              <pc:docMk/>
              <pc:sldMasterMk cId="1596014252" sldId="2147483648"/>
              <pc:sldLayoutMk cId="1614252353" sldId="2147483651"/>
              <ac:spMk id="6" creationId="{4CF72949-E0C0-8848-566F-9AF9D48E7D53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44:45.420" v="500" actId="21"/>
            <ac:spMkLst>
              <pc:docMk/>
              <pc:sldMasterMk cId="1596014252" sldId="2147483648"/>
              <pc:sldLayoutMk cId="1614252353" sldId="2147483651"/>
              <ac:spMk id="10" creationId="{BB45A638-43AC-77FC-6E78-1C05CE81F87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44:45.420" v="500" actId="21"/>
            <ac:spMkLst>
              <pc:docMk/>
              <pc:sldMasterMk cId="1596014252" sldId="2147483648"/>
              <pc:sldLayoutMk cId="1614252353" sldId="2147483651"/>
              <ac:spMk id="11" creationId="{CCCD84B5-2F91-CEDC-39AD-62CDF7932DA8}"/>
            </ac:spMkLst>
          </pc:spChg>
        </pc:sldLayoutChg>
        <pc:sldLayoutChg chg="del">
          <pc:chgData name="Christian Alonso Vargas Farias" userId="b83b0799-a8f0-4780-92d8-c3d1a3a0903e" providerId="ADAL" clId="{2C999F0D-DB6D-4C9B-923B-7467CEC4EACB}" dt="2024-07-26T19:55:16.157" v="719" actId="2696"/>
          <pc:sldLayoutMkLst>
            <pc:docMk/>
            <pc:sldMasterMk cId="1596014252" sldId="2147483648"/>
            <pc:sldLayoutMk cId="3078183910" sldId="2147483652"/>
          </pc:sldLayoutMkLst>
        </pc:sldLayoutChg>
        <pc:sldLayoutChg chg="del">
          <pc:chgData name="Christian Alonso Vargas Farias" userId="b83b0799-a8f0-4780-92d8-c3d1a3a0903e" providerId="ADAL" clId="{2C999F0D-DB6D-4C9B-923B-7467CEC4EACB}" dt="2024-07-26T19:54:34.110" v="708" actId="2696"/>
          <pc:sldLayoutMkLst>
            <pc:docMk/>
            <pc:sldMasterMk cId="1596014252" sldId="2147483648"/>
            <pc:sldLayoutMk cId="2258527187" sldId="2147483653"/>
          </pc:sldLayoutMkLst>
        </pc:sldLayoutChg>
        <pc:sldLayoutChg chg="del">
          <pc:chgData name="Christian Alonso Vargas Farias" userId="b83b0799-a8f0-4780-92d8-c3d1a3a0903e" providerId="ADAL" clId="{2C999F0D-DB6D-4C9B-923B-7467CEC4EACB}" dt="2024-07-26T19:54:34.119" v="709" actId="2696"/>
          <pc:sldLayoutMkLst>
            <pc:docMk/>
            <pc:sldMasterMk cId="1596014252" sldId="2147483648"/>
            <pc:sldLayoutMk cId="3033149966" sldId="2147483654"/>
          </pc:sldLayoutMkLst>
        </pc:sldLayoutChg>
        <pc:sldLayoutChg chg="delSp mod ord setBg">
          <pc:chgData name="Christian Alonso Vargas Farias" userId="b83b0799-a8f0-4780-92d8-c3d1a3a0903e" providerId="ADAL" clId="{2C999F0D-DB6D-4C9B-923B-7467CEC4EACB}" dt="2024-07-26T19:54:57.147" v="717"/>
          <pc:sldLayoutMkLst>
            <pc:docMk/>
            <pc:sldMasterMk cId="1596014252" sldId="2147483648"/>
            <pc:sldLayoutMk cId="722132692" sldId="2147483655"/>
          </pc:sldLayoutMkLst>
          <pc:spChg chg="del">
            <ac:chgData name="Christian Alonso Vargas Farias" userId="b83b0799-a8f0-4780-92d8-c3d1a3a0903e" providerId="ADAL" clId="{2C999F0D-DB6D-4C9B-923B-7467CEC4EACB}" dt="2024-07-26T19:54:37.416" v="713" actId="478"/>
            <ac:spMkLst>
              <pc:docMk/>
              <pc:sldMasterMk cId="1596014252" sldId="2147483648"/>
              <pc:sldLayoutMk cId="722132692" sldId="2147483655"/>
              <ac:spMk id="2" creationId="{98AECDAF-45C9-C31A-C199-E6ABA7DA453A}"/>
            </ac:spMkLst>
          </pc:spChg>
          <pc:spChg chg="del">
            <ac:chgData name="Christian Alonso Vargas Farias" userId="b83b0799-a8f0-4780-92d8-c3d1a3a0903e" providerId="ADAL" clId="{2C999F0D-DB6D-4C9B-923B-7467CEC4EACB}" dt="2024-07-26T19:54:37.416" v="713" actId="478"/>
            <ac:spMkLst>
              <pc:docMk/>
              <pc:sldMasterMk cId="1596014252" sldId="2147483648"/>
              <pc:sldLayoutMk cId="722132692" sldId="2147483655"/>
              <ac:spMk id="3" creationId="{53E0CA82-C02D-51E3-FDC0-E52C330C8C77}"/>
            </ac:spMkLst>
          </pc:spChg>
          <pc:spChg chg="del">
            <ac:chgData name="Christian Alonso Vargas Farias" userId="b83b0799-a8f0-4780-92d8-c3d1a3a0903e" providerId="ADAL" clId="{2C999F0D-DB6D-4C9B-923B-7467CEC4EACB}" dt="2024-07-26T19:54:37.416" v="713" actId="478"/>
            <ac:spMkLst>
              <pc:docMk/>
              <pc:sldMasterMk cId="1596014252" sldId="2147483648"/>
              <pc:sldLayoutMk cId="722132692" sldId="2147483655"/>
              <ac:spMk id="4" creationId="{EE394377-709C-D32D-D69D-58794329F884}"/>
            </ac:spMkLst>
          </pc:spChg>
        </pc:sldLayoutChg>
        <pc:sldLayoutChg chg="delSp modSp mod ord setBg">
          <pc:chgData name="Christian Alonso Vargas Farias" userId="b83b0799-a8f0-4780-92d8-c3d1a3a0903e" providerId="ADAL" clId="{2C999F0D-DB6D-4C9B-923B-7467CEC4EACB}" dt="2024-07-26T19:53:48.751" v="702" actId="6014"/>
          <pc:sldLayoutMkLst>
            <pc:docMk/>
            <pc:sldMasterMk cId="1596014252" sldId="2147483648"/>
            <pc:sldLayoutMk cId="774443846" sldId="2147483656"/>
          </pc:sldLayoutMkLst>
          <pc:spChg chg="mod">
            <ac:chgData name="Christian Alonso Vargas Farias" userId="b83b0799-a8f0-4780-92d8-c3d1a3a0903e" providerId="ADAL" clId="{2C999F0D-DB6D-4C9B-923B-7467CEC4EACB}" dt="2024-07-26T19:53:42.407" v="701" actId="404"/>
            <ac:spMkLst>
              <pc:docMk/>
              <pc:sldMasterMk cId="1596014252" sldId="2147483648"/>
              <pc:sldLayoutMk cId="774443846" sldId="2147483656"/>
              <ac:spMk id="2" creationId="{D8748387-EEAD-E32F-E01F-AD44251C074A}"/>
            </ac:spMkLst>
          </pc:spChg>
          <pc:spChg chg="mod">
            <ac:chgData name="Christian Alonso Vargas Farias" userId="b83b0799-a8f0-4780-92d8-c3d1a3a0903e" providerId="ADAL" clId="{2C999F0D-DB6D-4C9B-923B-7467CEC4EACB}" dt="2024-07-26T19:52:57.240" v="675" actId="20577"/>
            <ac:spMkLst>
              <pc:docMk/>
              <pc:sldMasterMk cId="1596014252" sldId="2147483648"/>
              <pc:sldLayoutMk cId="774443846" sldId="2147483656"/>
              <ac:spMk id="3" creationId="{F66ED280-71F6-9818-3678-9DFA7B6E1F44}"/>
            </ac:spMkLst>
          </pc:spChg>
          <pc:spChg chg="mod">
            <ac:chgData name="Christian Alonso Vargas Farias" userId="b83b0799-a8f0-4780-92d8-c3d1a3a0903e" providerId="ADAL" clId="{2C999F0D-DB6D-4C9B-923B-7467CEC4EACB}" dt="2024-07-26T19:53:11.125" v="683" actId="20577"/>
            <ac:spMkLst>
              <pc:docMk/>
              <pc:sldMasterMk cId="1596014252" sldId="2147483648"/>
              <pc:sldLayoutMk cId="774443846" sldId="2147483656"/>
              <ac:spMk id="4" creationId="{F5DC4108-6B18-3F94-631E-48023D35116D}"/>
            </ac:spMkLst>
          </pc:spChg>
          <pc:spChg chg="del">
            <ac:chgData name="Christian Alonso Vargas Farias" userId="b83b0799-a8f0-4780-92d8-c3d1a3a0903e" providerId="ADAL" clId="{2C999F0D-DB6D-4C9B-923B-7467CEC4EACB}" dt="2024-07-26T19:52:33.780" v="655" actId="478"/>
            <ac:spMkLst>
              <pc:docMk/>
              <pc:sldMasterMk cId="1596014252" sldId="2147483648"/>
              <pc:sldLayoutMk cId="774443846" sldId="2147483656"/>
              <ac:spMk id="5" creationId="{E16D8E82-DEB0-E95F-FC81-139C8B899120}"/>
            </ac:spMkLst>
          </pc:spChg>
          <pc:spChg chg="del">
            <ac:chgData name="Christian Alonso Vargas Farias" userId="b83b0799-a8f0-4780-92d8-c3d1a3a0903e" providerId="ADAL" clId="{2C999F0D-DB6D-4C9B-923B-7467CEC4EACB}" dt="2024-07-26T19:52:33.780" v="655" actId="478"/>
            <ac:spMkLst>
              <pc:docMk/>
              <pc:sldMasterMk cId="1596014252" sldId="2147483648"/>
              <pc:sldLayoutMk cId="774443846" sldId="2147483656"/>
              <ac:spMk id="6" creationId="{0BF961F3-08E3-595D-94BB-433EB65A74B8}"/>
            </ac:spMkLst>
          </pc:spChg>
          <pc:spChg chg="del">
            <ac:chgData name="Christian Alonso Vargas Farias" userId="b83b0799-a8f0-4780-92d8-c3d1a3a0903e" providerId="ADAL" clId="{2C999F0D-DB6D-4C9B-923B-7467CEC4EACB}" dt="2024-07-26T19:52:33.780" v="655" actId="478"/>
            <ac:spMkLst>
              <pc:docMk/>
              <pc:sldMasterMk cId="1596014252" sldId="2147483648"/>
              <pc:sldLayoutMk cId="774443846" sldId="2147483656"/>
              <ac:spMk id="7" creationId="{5C9BE246-5623-1E74-6305-41AC96FBE411}"/>
            </ac:spMkLst>
          </pc:spChg>
        </pc:sldLayoutChg>
        <pc:sldLayoutChg chg="del">
          <pc:chgData name="Christian Alonso Vargas Farias" userId="b83b0799-a8f0-4780-92d8-c3d1a3a0903e" providerId="ADAL" clId="{2C999F0D-DB6D-4C9B-923B-7467CEC4EACB}" dt="2024-07-26T19:54:34.134" v="710" actId="2696"/>
          <pc:sldLayoutMkLst>
            <pc:docMk/>
            <pc:sldMasterMk cId="1596014252" sldId="2147483648"/>
            <pc:sldLayoutMk cId="915368804" sldId="2147483657"/>
          </pc:sldLayoutMkLst>
        </pc:sldLayoutChg>
        <pc:sldLayoutChg chg="del">
          <pc:chgData name="Christian Alonso Vargas Farias" userId="b83b0799-a8f0-4780-92d8-c3d1a3a0903e" providerId="ADAL" clId="{2C999F0D-DB6D-4C9B-923B-7467CEC4EACB}" dt="2024-07-26T19:54:34.151" v="711" actId="2696"/>
          <pc:sldLayoutMkLst>
            <pc:docMk/>
            <pc:sldMasterMk cId="1596014252" sldId="2147483648"/>
            <pc:sldLayoutMk cId="3564326046" sldId="2147483658"/>
          </pc:sldLayoutMkLst>
        </pc:sldLayoutChg>
        <pc:sldLayoutChg chg="del">
          <pc:chgData name="Christian Alonso Vargas Farias" userId="b83b0799-a8f0-4780-92d8-c3d1a3a0903e" providerId="ADAL" clId="{2C999F0D-DB6D-4C9B-923B-7467CEC4EACB}" dt="2024-07-26T19:54:34.151" v="712" actId="2696"/>
          <pc:sldLayoutMkLst>
            <pc:docMk/>
            <pc:sldMasterMk cId="1596014252" sldId="2147483648"/>
            <pc:sldLayoutMk cId="253464811" sldId="2147483659"/>
          </pc:sldLayoutMkLst>
        </pc:sldLayoutChg>
        <pc:sldLayoutChg chg="delSp modSp mod setBg">
          <pc:chgData name="Christian Alonso Vargas Farias" userId="b83b0799-a8f0-4780-92d8-c3d1a3a0903e" providerId="ADAL" clId="{2C999F0D-DB6D-4C9B-923B-7467CEC4EACB}" dt="2024-07-26T19:50:42.489" v="645" actId="2711"/>
          <pc:sldLayoutMkLst>
            <pc:docMk/>
            <pc:sldMasterMk cId="1596014252" sldId="2147483648"/>
            <pc:sldLayoutMk cId="322782754" sldId="2147483660"/>
          </pc:sldLayoutMkLst>
          <pc:spChg chg="mod">
            <ac:chgData name="Christian Alonso Vargas Farias" userId="b83b0799-a8f0-4780-92d8-c3d1a3a0903e" providerId="ADAL" clId="{2C999F0D-DB6D-4C9B-923B-7467CEC4EACB}" dt="2024-07-26T19:47:02.273" v="565" actId="2711"/>
            <ac:spMkLst>
              <pc:docMk/>
              <pc:sldMasterMk cId="1596014252" sldId="2147483648"/>
              <pc:sldLayoutMk cId="322782754" sldId="2147483660"/>
              <ac:spMk id="2" creationId="{87BB4B73-8BCF-8A42-41BB-AC46AAD963F6}"/>
            </ac:spMkLst>
          </pc:spChg>
          <pc:spChg chg="mod">
            <ac:chgData name="Christian Alonso Vargas Farias" userId="b83b0799-a8f0-4780-92d8-c3d1a3a0903e" providerId="ADAL" clId="{2C999F0D-DB6D-4C9B-923B-7467CEC4EACB}" dt="2024-07-26T19:50:42.489" v="645" actId="2711"/>
            <ac:spMkLst>
              <pc:docMk/>
              <pc:sldMasterMk cId="1596014252" sldId="2147483648"/>
              <pc:sldLayoutMk cId="322782754" sldId="2147483660"/>
              <ac:spMk id="3" creationId="{6D440FB0-C32D-D196-EDFF-81C19819D98E}"/>
            </ac:spMkLst>
          </pc:spChg>
          <pc:spChg chg="del">
            <ac:chgData name="Christian Alonso Vargas Farias" userId="b83b0799-a8f0-4780-92d8-c3d1a3a0903e" providerId="ADAL" clId="{2C999F0D-DB6D-4C9B-923B-7467CEC4EACB}" dt="2024-07-26T19:42:08.919" v="406" actId="478"/>
            <ac:spMkLst>
              <pc:docMk/>
              <pc:sldMasterMk cId="1596014252" sldId="2147483648"/>
              <pc:sldLayoutMk cId="322782754" sldId="2147483660"/>
              <ac:spMk id="10" creationId="{BB45A638-43AC-77FC-6E78-1C05CE81F87A}"/>
            </ac:spMkLst>
          </pc:spChg>
          <pc:spChg chg="del">
            <ac:chgData name="Christian Alonso Vargas Farias" userId="b83b0799-a8f0-4780-92d8-c3d1a3a0903e" providerId="ADAL" clId="{2C999F0D-DB6D-4C9B-923B-7467CEC4EACB}" dt="2024-07-26T19:42:07.765" v="405" actId="478"/>
            <ac:spMkLst>
              <pc:docMk/>
              <pc:sldMasterMk cId="1596014252" sldId="2147483648"/>
              <pc:sldLayoutMk cId="322782754" sldId="2147483660"/>
              <ac:spMk id="11" creationId="{CCCD84B5-2F91-CEDC-39AD-62CDF7932DA8}"/>
            </ac:spMkLst>
          </pc:spChg>
        </pc:sldLayoutChg>
        <pc:sldLayoutChg chg="addSp delSp modSp mod setBg">
          <pc:chgData name="Christian Alonso Vargas Farias" userId="b83b0799-a8f0-4780-92d8-c3d1a3a0903e" providerId="ADAL" clId="{2C999F0D-DB6D-4C9B-923B-7467CEC4EACB}" dt="2024-07-26T19:56:27.611" v="749" actId="21"/>
          <pc:sldLayoutMkLst>
            <pc:docMk/>
            <pc:sldMasterMk cId="1596014252" sldId="2147483648"/>
            <pc:sldLayoutMk cId="1473727498" sldId="2147483661"/>
          </pc:sldLayoutMkLst>
          <pc:spChg chg="add del mod ord">
            <ac:chgData name="Christian Alonso Vargas Farias" userId="b83b0799-a8f0-4780-92d8-c3d1a3a0903e" providerId="ADAL" clId="{2C999F0D-DB6D-4C9B-923B-7467CEC4EACB}" dt="2024-07-26T19:49:16.300" v="616" actId="242"/>
            <ac:spMkLst>
              <pc:docMk/>
              <pc:sldMasterMk cId="1596014252" sldId="2147483648"/>
              <pc:sldLayoutMk cId="1473727498" sldId="2147483661"/>
              <ac:spMk id="2" creationId="{57336CEE-FAE4-9046-1133-616F1FA64366}"/>
            </ac:spMkLst>
          </pc:spChg>
          <pc:spChg chg="mod">
            <ac:chgData name="Christian Alonso Vargas Farias" userId="b83b0799-a8f0-4780-92d8-c3d1a3a0903e" providerId="ADAL" clId="{2C999F0D-DB6D-4C9B-923B-7467CEC4EACB}" dt="2024-07-26T19:51:08.137" v="648" actId="2711"/>
            <ac:spMkLst>
              <pc:docMk/>
              <pc:sldMasterMk cId="1596014252" sldId="2147483648"/>
              <pc:sldLayoutMk cId="1473727498" sldId="2147483661"/>
              <ac:spMk id="3" creationId="{B848E476-76CC-9A2A-1AD9-A58140AB1661}"/>
            </ac:spMkLst>
          </pc:spChg>
          <pc:spChg chg="del">
            <ac:chgData name="Christian Alonso Vargas Farias" userId="b83b0799-a8f0-4780-92d8-c3d1a3a0903e" providerId="ADAL" clId="{2C999F0D-DB6D-4C9B-923B-7467CEC4EACB}" dt="2024-07-26T19:47:25.366" v="567" actId="478"/>
            <ac:spMkLst>
              <pc:docMk/>
              <pc:sldMasterMk cId="1596014252" sldId="2147483648"/>
              <pc:sldLayoutMk cId="1473727498" sldId="2147483661"/>
              <ac:spMk id="4" creationId="{1BD3F2C7-3214-28A0-B5D5-A8E1708D032E}"/>
            </ac:spMkLst>
          </pc:spChg>
          <pc:spChg chg="del">
            <ac:chgData name="Christian Alonso Vargas Farias" userId="b83b0799-a8f0-4780-92d8-c3d1a3a0903e" providerId="ADAL" clId="{2C999F0D-DB6D-4C9B-923B-7467CEC4EACB}" dt="2024-07-26T19:47:25.366" v="567" actId="478"/>
            <ac:spMkLst>
              <pc:docMk/>
              <pc:sldMasterMk cId="1596014252" sldId="2147483648"/>
              <pc:sldLayoutMk cId="1473727498" sldId="2147483661"/>
              <ac:spMk id="5" creationId="{9FDA3A2D-D86D-BB48-FC84-CBF1CEC878F5}"/>
            </ac:spMkLst>
          </pc:spChg>
          <pc:spChg chg="del">
            <ac:chgData name="Christian Alonso Vargas Farias" userId="b83b0799-a8f0-4780-92d8-c3d1a3a0903e" providerId="ADAL" clId="{2C999F0D-DB6D-4C9B-923B-7467CEC4EACB}" dt="2024-07-26T19:47:25.366" v="567" actId="478"/>
            <ac:spMkLst>
              <pc:docMk/>
              <pc:sldMasterMk cId="1596014252" sldId="2147483648"/>
              <pc:sldLayoutMk cId="1473727498" sldId="2147483661"/>
              <ac:spMk id="6" creationId="{4CF72949-E0C0-8848-566F-9AF9D48E7D53}"/>
            </ac:spMkLst>
          </pc:spChg>
          <pc:spChg chg="add del mod ord">
            <ac:chgData name="Christian Alonso Vargas Farias" userId="b83b0799-a8f0-4780-92d8-c3d1a3a0903e" providerId="ADAL" clId="{2C999F0D-DB6D-4C9B-923B-7467CEC4EACB}" dt="2024-07-26T19:48:46.428" v="589" actId="478"/>
            <ac:spMkLst>
              <pc:docMk/>
              <pc:sldMasterMk cId="1596014252" sldId="2147483648"/>
              <pc:sldLayoutMk cId="1473727498" sldId="2147483661"/>
              <ac:spMk id="7" creationId="{7FBEDDEB-20BB-17FD-4AFF-8CCE9986F73B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56:27.611" v="749" actId="21"/>
            <ac:spMkLst>
              <pc:docMk/>
              <pc:sldMasterMk cId="1596014252" sldId="2147483648"/>
              <pc:sldLayoutMk cId="1473727498" sldId="2147483661"/>
              <ac:spMk id="10" creationId="{BB45A638-43AC-77FC-6E78-1C05CE81F87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56:27.611" v="749" actId="21"/>
            <ac:spMkLst>
              <pc:docMk/>
              <pc:sldMasterMk cId="1596014252" sldId="2147483648"/>
              <pc:sldLayoutMk cId="1473727498" sldId="2147483661"/>
              <ac:spMk id="11" creationId="{CCCD84B5-2F91-CEDC-39AD-62CDF7932DA8}"/>
            </ac:spMkLst>
          </pc:spChg>
        </pc:sldLayoutChg>
        <pc:sldLayoutChg chg="del mod ord">
          <pc:chgData name="Christian Alonso Vargas Farias" userId="b83b0799-a8f0-4780-92d8-c3d1a3a0903e" providerId="ADAL" clId="{2C999F0D-DB6D-4C9B-923B-7467CEC4EACB}" dt="2024-07-26T19:53:35.071" v="698" actId="2696"/>
          <pc:sldLayoutMkLst>
            <pc:docMk/>
            <pc:sldMasterMk cId="1596014252" sldId="2147483648"/>
            <pc:sldLayoutMk cId="1461289066" sldId="2147483662"/>
          </pc:sldLayoutMkLst>
        </pc:sldLayoutChg>
        <pc:sldLayoutChg chg="modSp mod setBg">
          <pc:chgData name="Christian Alonso Vargas Farias" userId="b83b0799-a8f0-4780-92d8-c3d1a3a0903e" providerId="ADAL" clId="{2C999F0D-DB6D-4C9B-923B-7467CEC4EACB}" dt="2024-07-26T19:54:09.622" v="706" actId="207"/>
          <pc:sldLayoutMkLst>
            <pc:docMk/>
            <pc:sldMasterMk cId="1596014252" sldId="2147483648"/>
            <pc:sldLayoutMk cId="2145883535" sldId="2147483662"/>
          </pc:sldLayoutMkLst>
          <pc:spChg chg="mod">
            <ac:chgData name="Christian Alonso Vargas Farias" userId="b83b0799-a8f0-4780-92d8-c3d1a3a0903e" providerId="ADAL" clId="{2C999F0D-DB6D-4C9B-923B-7467CEC4EACB}" dt="2024-07-26T19:54:09.622" v="706" actId="207"/>
            <ac:spMkLst>
              <pc:docMk/>
              <pc:sldMasterMk cId="1596014252" sldId="2147483648"/>
              <pc:sldLayoutMk cId="2145883535" sldId="2147483662"/>
              <ac:spMk id="2" creationId="{D8748387-EEAD-E32F-E01F-AD44251C074A}"/>
            </ac:spMkLst>
          </pc:spChg>
          <pc:spChg chg="mod">
            <ac:chgData name="Christian Alonso Vargas Farias" userId="b83b0799-a8f0-4780-92d8-c3d1a3a0903e" providerId="ADAL" clId="{2C999F0D-DB6D-4C9B-923B-7467CEC4EACB}" dt="2024-07-26T19:54:09.622" v="706" actId="207"/>
            <ac:spMkLst>
              <pc:docMk/>
              <pc:sldMasterMk cId="1596014252" sldId="2147483648"/>
              <pc:sldLayoutMk cId="2145883535" sldId="2147483662"/>
              <ac:spMk id="3" creationId="{F66ED280-71F6-9818-3678-9DFA7B6E1F44}"/>
            </ac:spMkLst>
          </pc:spChg>
          <pc:spChg chg="mod">
            <ac:chgData name="Christian Alonso Vargas Farias" userId="b83b0799-a8f0-4780-92d8-c3d1a3a0903e" providerId="ADAL" clId="{2C999F0D-DB6D-4C9B-923B-7467CEC4EACB}" dt="2024-07-26T19:54:09.622" v="706" actId="207"/>
            <ac:spMkLst>
              <pc:docMk/>
              <pc:sldMasterMk cId="1596014252" sldId="2147483648"/>
              <pc:sldLayoutMk cId="2145883535" sldId="2147483662"/>
              <ac:spMk id="4" creationId="{F5DC4108-6B18-3F94-631E-48023D35116D}"/>
            </ac:spMkLst>
          </pc:spChg>
        </pc:sldLayoutChg>
        <pc:sldLayoutChg chg="addSp delSp modSp mod setBg">
          <pc:chgData name="Christian Alonso Vargas Farias" userId="b83b0799-a8f0-4780-92d8-c3d1a3a0903e" providerId="ADAL" clId="{2C999F0D-DB6D-4C9B-923B-7467CEC4EACB}" dt="2024-07-26T19:59:27.264" v="761"/>
          <pc:sldLayoutMkLst>
            <pc:docMk/>
            <pc:sldMasterMk cId="1596014252" sldId="2147483648"/>
            <pc:sldLayoutMk cId="3924014556" sldId="2147483663"/>
          </pc:sldLayoutMkLst>
          <pc:spChg chg="add mod">
            <ac:chgData name="Christian Alonso Vargas Farias" userId="b83b0799-a8f0-4780-92d8-c3d1a3a0903e" providerId="ADAL" clId="{2C999F0D-DB6D-4C9B-923B-7467CEC4EACB}" dt="2024-07-26T19:56:50.004" v="756" actId="14100"/>
            <ac:spMkLst>
              <pc:docMk/>
              <pc:sldMasterMk cId="1596014252" sldId="2147483648"/>
              <pc:sldLayoutMk cId="3924014556" sldId="2147483663"/>
              <ac:spMk id="2" creationId="{54D9CC69-D4E7-BC48-1634-A0258840482B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56:53.959" v="757" actId="21"/>
            <ac:spMkLst>
              <pc:docMk/>
              <pc:sldMasterMk cId="1596014252" sldId="2147483648"/>
              <pc:sldLayoutMk cId="3924014556" sldId="2147483663"/>
              <ac:spMk id="10" creationId="{BB45A638-43AC-77FC-6E78-1C05CE81F87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56:53.959" v="757" actId="21"/>
            <ac:spMkLst>
              <pc:docMk/>
              <pc:sldMasterMk cId="1596014252" sldId="2147483648"/>
              <pc:sldLayoutMk cId="3924014556" sldId="2147483663"/>
              <ac:spMk id="11" creationId="{CCCD84B5-2F91-CEDC-39AD-62CDF7932DA8}"/>
            </ac:spMkLst>
          </pc:spChg>
          <pc:picChg chg="add del ord">
            <ac:chgData name="Christian Alonso Vargas Farias" userId="b83b0799-a8f0-4780-92d8-c3d1a3a0903e" providerId="ADAL" clId="{2C999F0D-DB6D-4C9B-923B-7467CEC4EACB}" dt="2024-07-26T19:57:02.556" v="759" actId="478"/>
            <ac:picMkLst>
              <pc:docMk/>
              <pc:sldMasterMk cId="1596014252" sldId="2147483648"/>
              <pc:sldLayoutMk cId="3924014556" sldId="2147483663"/>
              <ac:picMk id="4" creationId="{EBDDAA12-0A38-8CB3-73CC-65C1E390FB2B}"/>
            </ac:picMkLst>
          </pc:picChg>
        </pc:sldLayoutChg>
        <pc:sldLayoutChg chg="addSp delSp modSp mod setBg">
          <pc:chgData name="Christian Alonso Vargas Farias" userId="b83b0799-a8f0-4780-92d8-c3d1a3a0903e" providerId="ADAL" clId="{2C999F0D-DB6D-4C9B-923B-7467CEC4EACB}" dt="2024-07-26T20:26:58.630" v="797"/>
          <pc:sldLayoutMkLst>
            <pc:docMk/>
            <pc:sldMasterMk cId="1596014252" sldId="2147483648"/>
            <pc:sldLayoutMk cId="1946296003" sldId="2147483664"/>
          </pc:sldLayoutMkLst>
          <pc:spChg chg="mod">
            <ac:chgData name="Christian Alonso Vargas Farias" userId="b83b0799-a8f0-4780-92d8-c3d1a3a0903e" providerId="ADAL" clId="{2C999F0D-DB6D-4C9B-923B-7467CEC4EACB}" dt="2024-07-26T20:16:17.234" v="788" actId="14100"/>
            <ac:spMkLst>
              <pc:docMk/>
              <pc:sldMasterMk cId="1596014252" sldId="2147483648"/>
              <pc:sldLayoutMk cId="1946296003" sldId="2147483664"/>
              <ac:spMk id="2" creationId="{57336CEE-FAE4-9046-1133-616F1FA64366}"/>
            </ac:spMkLst>
          </pc:spChg>
          <pc:spChg chg="add del mod">
            <ac:chgData name="Christian Alonso Vargas Farias" userId="b83b0799-a8f0-4780-92d8-c3d1a3a0903e" providerId="ADAL" clId="{2C999F0D-DB6D-4C9B-923B-7467CEC4EACB}" dt="2024-07-26T20:13:15.972" v="785" actId="478"/>
            <ac:spMkLst>
              <pc:docMk/>
              <pc:sldMasterMk cId="1596014252" sldId="2147483648"/>
              <pc:sldLayoutMk cId="1946296003" sldId="2147483664"/>
              <ac:spMk id="5" creationId="{8D455859-52BB-B0C4-0C42-772129BE87BE}"/>
            </ac:spMkLst>
          </pc:spChg>
          <pc:picChg chg="add del mod ord">
            <ac:chgData name="Christian Alonso Vargas Farias" userId="b83b0799-a8f0-4780-92d8-c3d1a3a0903e" providerId="ADAL" clId="{2C999F0D-DB6D-4C9B-923B-7467CEC4EACB}" dt="2024-07-26T20:12:52.748" v="779" actId="478"/>
            <ac:picMkLst>
              <pc:docMk/>
              <pc:sldMasterMk cId="1596014252" sldId="2147483648"/>
              <pc:sldLayoutMk cId="1946296003" sldId="2147483664"/>
              <ac:picMk id="4" creationId="{D3733911-E339-B2B3-694F-8301687B4A02}"/>
            </ac:picMkLst>
          </pc:picChg>
        </pc:sldLayoutChg>
        <pc:sldLayoutChg chg="mod setBg">
          <pc:chgData name="Christian Alonso Vargas Farias" userId="b83b0799-a8f0-4780-92d8-c3d1a3a0903e" providerId="ADAL" clId="{2C999F0D-DB6D-4C9B-923B-7467CEC4EACB}" dt="2024-07-26T20:51:57.309" v="815"/>
          <pc:sldLayoutMkLst>
            <pc:docMk/>
            <pc:sldMasterMk cId="1596014252" sldId="2147483648"/>
            <pc:sldLayoutMk cId="1674666254" sldId="2147483665"/>
          </pc:sldLayoutMkLst>
        </pc:sldLayoutChg>
        <pc:sldLayoutChg chg="mod ord setBg">
          <pc:chgData name="Christian Alonso Vargas Farias" userId="b83b0799-a8f0-4780-92d8-c3d1a3a0903e" providerId="ADAL" clId="{2C999F0D-DB6D-4C9B-923B-7467CEC4EACB}" dt="2024-07-26T20:50:11.556" v="812" actId="20578"/>
          <pc:sldLayoutMkLst>
            <pc:docMk/>
            <pc:sldMasterMk cId="1596014252" sldId="2147483648"/>
            <pc:sldLayoutMk cId="565063568" sldId="2147483666"/>
          </pc:sldLayoutMkLst>
        </pc:sldLayoutChg>
        <pc:sldLayoutChg chg="mod ord setBg">
          <pc:chgData name="Christian Alonso Vargas Farias" userId="b83b0799-a8f0-4780-92d8-c3d1a3a0903e" providerId="ADAL" clId="{2C999F0D-DB6D-4C9B-923B-7467CEC4EACB}" dt="2024-07-26T20:50:13.477" v="813" actId="20578"/>
          <pc:sldLayoutMkLst>
            <pc:docMk/>
            <pc:sldMasterMk cId="1596014252" sldId="2147483648"/>
            <pc:sldLayoutMk cId="2882580794" sldId="2147483667"/>
          </pc:sldLayoutMkLst>
        </pc:sldLayoutChg>
        <pc:sldLayoutChg chg="mod setBg">
          <pc:chgData name="Christian Alonso Vargas Farias" userId="b83b0799-a8f0-4780-92d8-c3d1a3a0903e" providerId="ADAL" clId="{2C999F0D-DB6D-4C9B-923B-7467CEC4EACB}" dt="2024-07-26T20:53:40.393" v="817"/>
          <pc:sldLayoutMkLst>
            <pc:docMk/>
            <pc:sldMasterMk cId="1596014252" sldId="2147483648"/>
            <pc:sldLayoutMk cId="88967323" sldId="2147483668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8AEB8-2D75-6955-1B97-B06465C4C6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29418" y="807380"/>
            <a:ext cx="10133163" cy="1500186"/>
          </a:xfrm>
        </p:spPr>
        <p:txBody>
          <a:bodyPr anchor="ctr">
            <a:noAutofit/>
          </a:bodyPr>
          <a:lstStyle>
            <a:lvl1pPr algn="l">
              <a:defRPr sz="6000" b="1">
                <a:solidFill>
                  <a:srgbClr val="002548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EA7BA1A8-181E-CBBB-E73A-1202B20F65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56613" y="3757613"/>
            <a:ext cx="4005968" cy="1500187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Avenir Book" panose="02000503020000020003"/>
                <a:cs typeface="Avenir Regular" panose="020B0503020203020204" pitchFamily="34" charset="-78"/>
              </a:defRPr>
            </a:lvl1pPr>
          </a:lstStyle>
          <a:p>
            <a:pPr algn="l"/>
            <a:r>
              <a:rPr lang="es-CL" dirty="0">
                <a:latin typeface="Avenir Light" panose="020B0402020203020204" pitchFamily="34" charset="77"/>
              </a:rPr>
              <a:t>Autor</a:t>
            </a:r>
          </a:p>
          <a:p>
            <a:pPr algn="l"/>
            <a:r>
              <a:rPr lang="es-CL" dirty="0">
                <a:latin typeface="Avenir Light" panose="020B0402020203020204" pitchFamily="34" charset="77"/>
              </a:rPr>
              <a:t>Dirección/Vicerrectoría</a:t>
            </a:r>
          </a:p>
          <a:p>
            <a:pPr algn="l"/>
            <a:r>
              <a:rPr lang="es-CL" dirty="0">
                <a:latin typeface="Avenir Light" panose="020B0402020203020204" pitchFamily="34" charset="77"/>
              </a:rPr>
              <a:t>Fecha</a:t>
            </a:r>
          </a:p>
        </p:txBody>
      </p:sp>
    </p:spTree>
    <p:extLst>
      <p:ext uri="{BB962C8B-B14F-4D97-AF65-F5344CB8AC3E}">
        <p14:creationId xmlns:p14="http://schemas.microsoft.com/office/powerpoint/2010/main" val="2330253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B4B73-8BCF-8A42-41BB-AC46AAD96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5125"/>
            <a:ext cx="10752000" cy="1325563"/>
          </a:xfrm>
        </p:spPr>
        <p:txBody>
          <a:bodyPr/>
          <a:lstStyle>
            <a:lvl1pPr>
              <a:defRPr>
                <a:solidFill>
                  <a:srgbClr val="002548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Página de contenidos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440FB0-C32D-D196-EDFF-81C19819D9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25625"/>
            <a:ext cx="107520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5pPr>
          </a:lstStyle>
          <a:p>
            <a:pPr lvl="0"/>
            <a:r>
              <a:rPr lang="es-ES" dirty="0"/>
              <a:t>Insertar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4065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B4B73-8BCF-8A42-41BB-AC46AAD96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5125"/>
            <a:ext cx="107520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Página alternativa de contenidos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440FB0-C32D-D196-EDFF-81C19819D9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25625"/>
            <a:ext cx="107520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venir Light" panose="020B0402020203020204"/>
              </a:defRPr>
            </a:lvl1pPr>
            <a:lvl2pPr>
              <a:defRPr>
                <a:solidFill>
                  <a:schemeClr val="bg1"/>
                </a:solidFill>
                <a:latin typeface="Avenir Light" panose="020B0402020203020204"/>
              </a:defRPr>
            </a:lvl2pPr>
            <a:lvl3pPr>
              <a:defRPr>
                <a:solidFill>
                  <a:schemeClr val="bg1"/>
                </a:solidFill>
                <a:latin typeface="Avenir Light" panose="020B0402020203020204"/>
              </a:defRPr>
            </a:lvl3pPr>
            <a:lvl4pPr>
              <a:defRPr>
                <a:solidFill>
                  <a:schemeClr val="bg1"/>
                </a:solidFill>
                <a:latin typeface="Avenir Light" panose="020B0402020203020204"/>
              </a:defRPr>
            </a:lvl4pPr>
            <a:lvl5pPr>
              <a:defRPr>
                <a:solidFill>
                  <a:schemeClr val="bg1"/>
                </a:solidFill>
                <a:latin typeface="Avenir Light" panose="020B0402020203020204"/>
              </a:defRPr>
            </a:lvl5pPr>
          </a:lstStyle>
          <a:p>
            <a:pPr lvl="0"/>
            <a:r>
              <a:rPr lang="es-ES" dirty="0"/>
              <a:t>Insertar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278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48387-EEAD-E32F-E01F-AD44251C0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dirty="0"/>
              <a:t>Haga clic para agregar título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6ED280-71F6-9818-3678-9DFA7B6E1F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Haga clic para agregar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DC4108-6B18-3F94-631E-48023D35116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77444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2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48387-EEAD-E32F-E01F-AD44251C0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agregar título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6ED280-71F6-9818-3678-9DFA7B6E1F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Haga clic para agregar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DC4108-6B18-3F94-631E-48023D35116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2145883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609600"/>
            <a:ext cx="6881527" cy="2032000"/>
          </a:xfrm>
        </p:spPr>
        <p:txBody>
          <a:bodyPr anchor="ctr">
            <a:normAutofit/>
          </a:bodyPr>
          <a:lstStyle>
            <a:lvl1pPr>
              <a:defRPr sz="4400">
                <a:latin typeface="Avenir Book" panose="02000503020000020003"/>
              </a:defRPr>
            </a:lvl1pPr>
          </a:lstStyle>
          <a:p>
            <a:r>
              <a:rPr lang="es-ES" dirty="0"/>
              <a:t>Página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1425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48E476-76CC-9A2A-1AD9-A58140AB16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2355275"/>
            <a:ext cx="6881527" cy="139469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Avenir Light" panose="020B040202020302020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la bajada del título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609601"/>
            <a:ext cx="6881527" cy="1644071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Página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7372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46296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65063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74666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8967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82580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132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9CC69-D4E7-BC48-1634-A02588404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5308" y="3694546"/>
            <a:ext cx="3860801" cy="554182"/>
          </a:xfr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Muchas gracias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24014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1476006-D024-95B7-FC9F-2EE779889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65125"/>
            <a:ext cx="1075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Título del patrón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280EBE-C583-F487-FC5B-05C50106B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825625"/>
            <a:ext cx="1075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Contenido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9601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6" r:id="rId4"/>
    <p:sldLayoutId id="2147483662" r:id="rId5"/>
    <p:sldLayoutId id="2147483651" r:id="rId6"/>
    <p:sldLayoutId id="2147483661" r:id="rId7"/>
    <p:sldLayoutId id="2147483664" r:id="rId8"/>
    <p:sldLayoutId id="2147483666" r:id="rId9"/>
    <p:sldLayoutId id="2147483665" r:id="rId10"/>
    <p:sldLayoutId id="2147483668" r:id="rId11"/>
    <p:sldLayoutId id="2147483667" r:id="rId12"/>
    <p:sldLayoutId id="2147483655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548"/>
          </a:solidFill>
          <a:latin typeface="Avenir Book" panose="02000503020000020003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F210623-D12D-D1D8-D0AA-76E78FF710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Título de la presentación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CB26786-893D-7F3B-0DBC-66C4E3F71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>
                <a:latin typeface="Avenir Light" panose="020B0402020203020204"/>
              </a:rPr>
              <a:t>Autor</a:t>
            </a:r>
          </a:p>
          <a:p>
            <a:r>
              <a:rPr lang="es-CL" dirty="0">
                <a:latin typeface="Avenir Light" panose="020B0402020203020204"/>
              </a:rPr>
              <a:t>Dirección / Vicerrectoría</a:t>
            </a:r>
          </a:p>
          <a:p>
            <a:r>
              <a:rPr lang="es-CL" dirty="0">
                <a:latin typeface="Avenir Light" panose="020B0402020203020204"/>
              </a:rPr>
              <a:t>Fecha</a:t>
            </a:r>
          </a:p>
        </p:txBody>
      </p:sp>
    </p:spTree>
    <p:extLst>
      <p:ext uri="{BB962C8B-B14F-4D97-AF65-F5344CB8AC3E}">
        <p14:creationId xmlns:p14="http://schemas.microsoft.com/office/powerpoint/2010/main" val="2808128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6686DDAF-B6E4-A2DB-60F6-B826C669D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D2E49BF4-A7B0-C31B-DEC3-B0E6E3611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4475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DD61DCE-439C-8992-2CBC-B9F18BA94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6C6AC09E-3440-1040-862D-E5AEDC399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0741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1F6D864-4A04-4320-A63A-7CEB9168D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057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9DA896-9867-77AC-3DFA-F1CAF52AC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9084CB9-1545-69B9-A67D-E6FC9BCFC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6808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4952D-C6F1-F3E2-1911-8A8F2B02C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30A7D4-9FB2-7D19-8923-AF197C90C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B7AFDD-65B3-09CA-F169-752572A2B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31503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7A120-985F-805A-3AEA-A510B6B2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EB7671-563D-10D7-0B91-AE4AB9E0E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A94F1D-42E8-3EDA-C204-A0C652D78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604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96B99FE-B7E9-3B8E-1625-F5D01E1F2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2465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84B9AE2-21D2-203A-7509-AC9E9252A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965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F61C1C7-89A3-9D4A-6F7B-776D8C523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5101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98F96EE-8C36-16B6-047D-4FD2E9B6F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02547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A2A212F-0AAD-A6DD-8BC7-9E9722287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929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55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1FB51C7-44EC-216A-ED07-CB6D43B6A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5167618"/>
      </p:ext>
    </p:extLst>
  </p:cSld>
  <p:clrMapOvr>
    <a:masterClrMapping/>
  </p:clrMapOvr>
</p:sld>
</file>

<file path=ppt/theme/theme1.xml><?xml version="1.0" encoding="utf-8"?>
<a:theme xmlns:a="http://schemas.openxmlformats.org/drawingml/2006/main" name="AIEP ofici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9</Words>
  <Application>Microsoft Office PowerPoint</Application>
  <PresentationFormat>Panorámica</PresentationFormat>
  <Paragraphs>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Avenir Book</vt:lpstr>
      <vt:lpstr>Avenir Light</vt:lpstr>
      <vt:lpstr>AIEP oficial</vt:lpstr>
      <vt:lpstr>Título de la 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Alonso Vargas Farias</dc:creator>
  <cp:lastModifiedBy>Christian Alonso Vargas Farias</cp:lastModifiedBy>
  <cp:revision>1</cp:revision>
  <dcterms:created xsi:type="dcterms:W3CDTF">2024-07-26T19:13:32Z</dcterms:created>
  <dcterms:modified xsi:type="dcterms:W3CDTF">2024-07-26T21:00:19Z</dcterms:modified>
</cp:coreProperties>
</file>