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5" r:id="rId3"/>
    <p:sldId id="321" r:id="rId4"/>
    <p:sldId id="322" r:id="rId5"/>
    <p:sldId id="296" r:id="rId6"/>
    <p:sldId id="257" r:id="rId7"/>
    <p:sldId id="270" r:id="rId8"/>
    <p:sldId id="259" r:id="rId9"/>
    <p:sldId id="273" r:id="rId10"/>
    <p:sldId id="274" r:id="rId11"/>
    <p:sldId id="275" r:id="rId12"/>
    <p:sldId id="284" r:id="rId13"/>
    <p:sldId id="276" r:id="rId14"/>
    <p:sldId id="277" r:id="rId15"/>
    <p:sldId id="278" r:id="rId16"/>
    <p:sldId id="279" r:id="rId17"/>
    <p:sldId id="280" r:id="rId18"/>
    <p:sldId id="281" r:id="rId19"/>
    <p:sldId id="294" r:id="rId20"/>
    <p:sldId id="290" r:id="rId21"/>
    <p:sldId id="282" r:id="rId22"/>
    <p:sldId id="283" r:id="rId23"/>
    <p:sldId id="285" r:id="rId24"/>
    <p:sldId id="286" r:id="rId25"/>
    <p:sldId id="287" r:id="rId26"/>
    <p:sldId id="288" r:id="rId27"/>
    <p:sldId id="289" r:id="rId28"/>
    <p:sldId id="305" r:id="rId29"/>
    <p:sldId id="291" r:id="rId30"/>
    <p:sldId id="292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6" r:id="rId40"/>
    <p:sldId id="307" r:id="rId41"/>
    <p:sldId id="308" r:id="rId42"/>
    <p:sldId id="309" r:id="rId43"/>
    <p:sldId id="310" r:id="rId44"/>
    <p:sldId id="311" r:id="rId45"/>
    <p:sldId id="315" r:id="rId46"/>
    <p:sldId id="316" r:id="rId47"/>
    <p:sldId id="317" r:id="rId48"/>
    <p:sldId id="318" r:id="rId49"/>
    <p:sldId id="266" r:id="rId5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999F0D-DB6D-4C9B-923B-7467CEC4EACB}" v="415" dt="2024-07-26T21:00:10.963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4" autoAdjust="0"/>
    <p:restoredTop sz="94660"/>
  </p:normalViewPr>
  <p:slideViewPr>
    <p:cSldViewPr snapToGrid="0">
      <p:cViewPr varScale="1">
        <p:scale>
          <a:sx n="53" d="100"/>
          <a:sy n="53" d="100"/>
        </p:scale>
        <p:origin x="99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lonso Vargas Farias" userId="b83b0799-a8f0-4780-92d8-c3d1a3a0903e" providerId="ADAL" clId="{2C999F0D-DB6D-4C9B-923B-7467CEC4EACB}"/>
    <pc:docChg chg="undo custSel addSld delSld modSld modMainMaster">
      <pc:chgData name="Christian Alonso Vargas Farias" userId="b83b0799-a8f0-4780-92d8-c3d1a3a0903e" providerId="ADAL" clId="{2C999F0D-DB6D-4C9B-923B-7467CEC4EACB}" dt="2024-07-26T21:00:10.963" v="838"/>
      <pc:docMkLst>
        <pc:docMk/>
      </pc:docMkLst>
      <pc:sldChg chg="addSp delSp modSp new mod chgLayout">
        <pc:chgData name="Christian Alonso Vargas Farias" userId="b83b0799-a8f0-4780-92d8-c3d1a3a0903e" providerId="ADAL" clId="{2C999F0D-DB6D-4C9B-923B-7467CEC4EACB}" dt="2024-07-26T19:41:08.337" v="398" actId="700"/>
        <pc:sldMkLst>
          <pc:docMk/>
          <pc:sldMk cId="2808128936" sldId="256"/>
        </pc:sldMkLst>
        <pc:spChg chg="add del mod">
          <ac:chgData name="Christian Alonso Vargas Farias" userId="b83b0799-a8f0-4780-92d8-c3d1a3a0903e" providerId="ADAL" clId="{2C999F0D-DB6D-4C9B-923B-7467CEC4EACB}" dt="2024-07-26T19:35:07.083" v="240" actId="700"/>
          <ac:spMkLst>
            <pc:docMk/>
            <pc:sldMk cId="2808128936" sldId="256"/>
            <ac:spMk id="2" creationId="{206A8FD3-4FA7-86D4-9135-906292A94F13}"/>
          </ac:spMkLst>
        </pc:spChg>
        <pc:spChg chg="add del">
          <ac:chgData name="Christian Alonso Vargas Farias" userId="b83b0799-a8f0-4780-92d8-c3d1a3a0903e" providerId="ADAL" clId="{2C999F0D-DB6D-4C9B-923B-7467CEC4EACB}" dt="2024-07-26T19:35:02.967" v="239" actId="478"/>
          <ac:spMkLst>
            <pc:docMk/>
            <pc:sldMk cId="2808128936" sldId="256"/>
            <ac:spMk id="3" creationId="{AE5A037C-19FD-96B8-0319-EDB333543754}"/>
          </ac:spMkLst>
        </pc:spChg>
        <pc:spChg chg="add del mod ord">
          <ac:chgData name="Christian Alonso Vargas Farias" userId="b83b0799-a8f0-4780-92d8-c3d1a3a0903e" providerId="ADAL" clId="{2C999F0D-DB6D-4C9B-923B-7467CEC4EACB}" dt="2024-07-26T19:33:34.964" v="208" actId="700"/>
          <ac:spMkLst>
            <pc:docMk/>
            <pc:sldMk cId="2808128936" sldId="256"/>
            <ac:spMk id="4" creationId="{2DC3BD5E-A316-04BF-29C9-8C783258ABD8}"/>
          </ac:spMkLst>
        </pc:spChg>
        <pc:spChg chg="add mod ord">
          <ac:chgData name="Christian Alonso Vargas Farias" userId="b83b0799-a8f0-4780-92d8-c3d1a3a0903e" providerId="ADAL" clId="{2C999F0D-DB6D-4C9B-923B-7467CEC4EACB}" dt="2024-07-26T19:41:08.337" v="398" actId="700"/>
          <ac:spMkLst>
            <pc:docMk/>
            <pc:sldMk cId="2808128936" sldId="256"/>
            <ac:spMk id="5" creationId="{AF210623-D12D-D1D8-D0AA-76E78FF71041}"/>
          </ac:spMkLst>
        </pc:spChg>
        <pc:spChg chg="add mod ord">
          <ac:chgData name="Christian Alonso Vargas Farias" userId="b83b0799-a8f0-4780-92d8-c3d1a3a0903e" providerId="ADAL" clId="{2C999F0D-DB6D-4C9B-923B-7467CEC4EACB}" dt="2024-07-26T19:41:08.337" v="398" actId="700"/>
          <ac:spMkLst>
            <pc:docMk/>
            <pc:sldMk cId="2808128936" sldId="256"/>
            <ac:spMk id="6" creationId="{DCB26786-893D-7F3B-0DBC-66C4E3F711FE}"/>
          </ac:spMkLst>
        </pc:spChg>
      </pc:sldChg>
      <pc:sldChg chg="addSp delSp modSp new add del mod modClrScheme chgLayout">
        <pc:chgData name="Christian Alonso Vargas Farias" userId="b83b0799-a8f0-4780-92d8-c3d1a3a0903e" providerId="ADAL" clId="{2C999F0D-DB6D-4C9B-923B-7467CEC4EACB}" dt="2024-07-26T19:45:16.352" v="508" actId="478"/>
        <pc:sldMkLst>
          <pc:docMk/>
          <pc:sldMk cId="4124475629" sldId="257"/>
        </pc:sldMkLst>
        <pc:spChg chg="del mod ord">
          <ac:chgData name="Christian Alonso Vargas Farias" userId="b83b0799-a8f0-4780-92d8-c3d1a3a0903e" providerId="ADAL" clId="{2C999F0D-DB6D-4C9B-923B-7467CEC4EACB}" dt="2024-07-26T19:29:17.073" v="95" actId="700"/>
          <ac:spMkLst>
            <pc:docMk/>
            <pc:sldMk cId="4124475629" sldId="257"/>
            <ac:spMk id="2" creationId="{0B5FF67F-056D-97F9-72FE-E2F9D4AC3841}"/>
          </ac:spMkLst>
        </pc:spChg>
        <pc:spChg chg="del mod ord">
          <ac:chgData name="Christian Alonso Vargas Farias" userId="b83b0799-a8f0-4780-92d8-c3d1a3a0903e" providerId="ADAL" clId="{2C999F0D-DB6D-4C9B-923B-7467CEC4EACB}" dt="2024-07-26T19:29:17.073" v="95" actId="700"/>
          <ac:spMkLst>
            <pc:docMk/>
            <pc:sldMk cId="4124475629" sldId="257"/>
            <ac:spMk id="3" creationId="{FB8BE715-ECE2-3AFC-D89D-CB36B8E1116A}"/>
          </ac:spMkLst>
        </pc:spChg>
        <pc:spChg chg="add del mod ord">
          <ac:chgData name="Christian Alonso Vargas Farias" userId="b83b0799-a8f0-4780-92d8-c3d1a3a0903e" providerId="ADAL" clId="{2C999F0D-DB6D-4C9B-923B-7467CEC4EACB}" dt="2024-07-26T19:38:17.942" v="362" actId="700"/>
          <ac:spMkLst>
            <pc:docMk/>
            <pc:sldMk cId="4124475629" sldId="257"/>
            <ac:spMk id="4" creationId="{E1204972-4F6F-AA46-ECAB-44D877457174}"/>
          </ac:spMkLst>
        </pc:spChg>
        <pc:spChg chg="add del mod ord">
          <ac:chgData name="Christian Alonso Vargas Farias" userId="b83b0799-a8f0-4780-92d8-c3d1a3a0903e" providerId="ADAL" clId="{2C999F0D-DB6D-4C9B-923B-7467CEC4EACB}" dt="2024-07-26T19:34:57.889" v="238" actId="478"/>
          <ac:spMkLst>
            <pc:docMk/>
            <pc:sldMk cId="4124475629" sldId="257"/>
            <ac:spMk id="5" creationId="{766C8306-4649-9C2E-CF07-7AC62A1EDEE9}"/>
          </ac:spMkLst>
        </pc:spChg>
        <pc:spChg chg="add del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6" creationId="{B53079AD-A49C-A583-B0F9-223DBBA59478}"/>
          </ac:spMkLst>
        </pc:spChg>
        <pc:spChg chg="add del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7" creationId="{276041E6-CC95-2AE2-9FFD-5E3782157419}"/>
          </ac:spMkLst>
        </pc:spChg>
        <pc:spChg chg="add del mod ord">
          <ac:chgData name="Christian Alonso Vargas Farias" userId="b83b0799-a8f0-4780-92d8-c3d1a3a0903e" providerId="ADAL" clId="{2C999F0D-DB6D-4C9B-923B-7467CEC4EACB}" dt="2024-07-26T19:45:16.352" v="508" actId="478"/>
          <ac:spMkLst>
            <pc:docMk/>
            <pc:sldMk cId="4124475629" sldId="257"/>
            <ac:spMk id="8" creationId="{6B405677-D5C8-3BD7-9CF8-443D7B100109}"/>
          </ac:spMkLst>
        </pc:spChg>
        <pc:spChg chg="add mod ord">
          <ac:chgData name="Christian Alonso Vargas Farias" userId="b83b0799-a8f0-4780-92d8-c3d1a3a0903e" providerId="ADAL" clId="{2C999F0D-DB6D-4C9B-923B-7467CEC4EACB}" dt="2024-07-26T19:41:12.809" v="399" actId="700"/>
          <ac:spMkLst>
            <pc:docMk/>
            <pc:sldMk cId="4124475629" sldId="257"/>
            <ac:spMk id="9" creationId="{6686DDAF-B6E4-A2DB-60F6-B826C669D470}"/>
          </ac:spMkLst>
        </pc:spChg>
        <pc:spChg chg="add mod">
          <ac:chgData name="Christian Alonso Vargas Farias" userId="b83b0799-a8f0-4780-92d8-c3d1a3a0903e" providerId="ADAL" clId="{2C999F0D-DB6D-4C9B-923B-7467CEC4EACB}" dt="2024-07-26T19:45:16.352" v="508" actId="478"/>
          <ac:spMkLst>
            <pc:docMk/>
            <pc:sldMk cId="4124475629" sldId="257"/>
            <ac:spMk id="11" creationId="{D2E49BF4-A7B0-C31B-DEC3-B0E6E3611667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19:45:20.019" v="509" actId="478"/>
        <pc:sldMkLst>
          <pc:docMk/>
          <pc:sldMk cId="3300741064" sldId="258"/>
        </pc:sldMkLst>
        <pc:spChg chg="del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2" creationId="{8D548673-EAE7-8628-CB94-1607267CEF80}"/>
          </ac:spMkLst>
        </pc:spChg>
        <pc:spChg chg="del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3" creationId="{3122A9C0-4892-8C4E-4189-D7E85655939B}"/>
          </ac:spMkLst>
        </pc:spChg>
        <pc:spChg chg="add del mod ord">
          <ac:chgData name="Christian Alonso Vargas Farias" userId="b83b0799-a8f0-4780-92d8-c3d1a3a0903e" providerId="ADAL" clId="{2C999F0D-DB6D-4C9B-923B-7467CEC4EACB}" dt="2024-07-26T19:45:20.019" v="509" actId="478"/>
          <ac:spMkLst>
            <pc:docMk/>
            <pc:sldMk cId="3300741064" sldId="258"/>
            <ac:spMk id="4" creationId="{1960B442-2183-DB6B-8F37-EEA41A10B7B0}"/>
          </ac:spMkLst>
        </pc:spChg>
        <pc:spChg chg="add mod ord">
          <ac:chgData name="Christian Alonso Vargas Farias" userId="b83b0799-a8f0-4780-92d8-c3d1a3a0903e" providerId="ADAL" clId="{2C999F0D-DB6D-4C9B-923B-7467CEC4EACB}" dt="2024-07-26T19:42:24.288" v="408" actId="700"/>
          <ac:spMkLst>
            <pc:docMk/>
            <pc:sldMk cId="3300741064" sldId="258"/>
            <ac:spMk id="5" creationId="{9DD61DCE-439C-8992-2CBC-B9F18BA94FB8}"/>
          </ac:spMkLst>
        </pc:spChg>
        <pc:spChg chg="add mod">
          <ac:chgData name="Christian Alonso Vargas Farias" userId="b83b0799-a8f0-4780-92d8-c3d1a3a0903e" providerId="ADAL" clId="{2C999F0D-DB6D-4C9B-923B-7467CEC4EACB}" dt="2024-07-26T19:45:20.019" v="509" actId="478"/>
          <ac:spMkLst>
            <pc:docMk/>
            <pc:sldMk cId="3300741064" sldId="258"/>
            <ac:spMk id="7" creationId="{6C6AC09E-3440-1040-862D-E5AEDC3994D8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19:45:06.140" v="507" actId="478"/>
        <pc:sldMkLst>
          <pc:docMk/>
          <pc:sldMk cId="141057398" sldId="259"/>
        </pc:sldMkLst>
        <pc:spChg chg="add mod">
          <ac:chgData name="Christian Alonso Vargas Farias" userId="b83b0799-a8f0-4780-92d8-c3d1a3a0903e" providerId="ADAL" clId="{2C999F0D-DB6D-4C9B-923B-7467CEC4EACB}" dt="2024-07-26T19:45:06.140" v="507" actId="478"/>
          <ac:spMkLst>
            <pc:docMk/>
            <pc:sldMk cId="141057398" sldId="259"/>
            <ac:spMk id="3" creationId="{31F6D864-4A04-4320-A63A-7CEB9168DABC}"/>
          </ac:spMkLst>
        </pc:spChg>
        <pc:spChg chg="del mod ord">
          <ac:chgData name="Christian Alonso Vargas Farias" userId="b83b0799-a8f0-4780-92d8-c3d1a3a0903e" providerId="ADAL" clId="{2C999F0D-DB6D-4C9B-923B-7467CEC4EACB}" dt="2024-07-26T19:45:06.140" v="507" actId="478"/>
          <ac:spMkLst>
            <pc:docMk/>
            <pc:sldMk cId="141057398" sldId="259"/>
            <ac:spMk id="4" creationId="{1960B442-2183-DB6B-8F37-EEA41A10B7B0}"/>
          </ac:spMkLst>
        </pc:spChg>
        <pc:spChg chg="del">
          <ac:chgData name="Christian Alonso Vargas Farias" userId="b83b0799-a8f0-4780-92d8-c3d1a3a0903e" providerId="ADAL" clId="{2C999F0D-DB6D-4C9B-923B-7467CEC4EACB}" dt="2024-07-26T19:44:56.089" v="502" actId="700"/>
          <ac:spMkLst>
            <pc:docMk/>
            <pc:sldMk cId="141057398" sldId="259"/>
            <ac:spMk id="5" creationId="{9DD61DCE-439C-8992-2CBC-B9F18BA94FB8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20:54:09.563" v="819" actId="700"/>
        <pc:sldMkLst>
          <pc:docMk/>
          <pc:sldMk cId="3266808694" sldId="260"/>
        </pc:sldMkLst>
        <pc:spChg chg="del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2" creationId="{3F5445D1-B837-6290-565D-47FED46B56AA}"/>
          </ac:spMkLst>
        </pc:spChg>
        <pc:spChg chg="add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3" creationId="{29084CB9-1545-69B9-A67D-E6FC9BCFC715}"/>
          </ac:spMkLst>
        </pc:spChg>
        <pc:spChg chg="add mod ord">
          <ac:chgData name="Christian Alonso Vargas Farias" userId="b83b0799-a8f0-4780-92d8-c3d1a3a0903e" providerId="ADAL" clId="{2C999F0D-DB6D-4C9B-923B-7467CEC4EACB}" dt="2024-07-26T20:54:09.563" v="819" actId="700"/>
          <ac:spMkLst>
            <pc:docMk/>
            <pc:sldMk cId="3266808694" sldId="260"/>
            <ac:spMk id="4" creationId="{4C9DA896-9867-77AC-3DFA-F1CAF52AC629}"/>
          </ac:spMkLst>
        </pc:spChg>
      </pc:sldChg>
      <pc:sldChg chg="addSp delSp modSp new mod modClrScheme chgLayout">
        <pc:chgData name="Christian Alonso Vargas Farias" userId="b83b0799-a8f0-4780-92d8-c3d1a3a0903e" providerId="ADAL" clId="{2C999F0D-DB6D-4C9B-923B-7467CEC4EACB}" dt="2024-07-26T20:54:24.514" v="825" actId="700"/>
        <pc:sldMkLst>
          <pc:docMk/>
          <pc:sldMk cId="2732465624" sldId="261"/>
        </pc:sldMkLst>
        <pc:spChg chg="del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24.514" v="825" actId="700"/>
          <ac:spMkLst>
            <pc:docMk/>
            <pc:sldMk cId="2732465624" sldId="261"/>
            <ac:spMk id="4" creationId="{A96B99FE-B7E9-3B8E-1625-F5D01E1F2E2F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29.406" v="826" actId="700"/>
        <pc:sldMkLst>
          <pc:docMk/>
          <pc:sldMk cId="228965534" sldId="262"/>
        </pc:sldMkLst>
        <pc:spChg chg="del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29.406" v="826" actId="700"/>
          <ac:spMkLst>
            <pc:docMk/>
            <pc:sldMk cId="228965534" sldId="262"/>
            <ac:spMk id="4" creationId="{A84B9AE2-21D2-203A-7509-AC9E9252A9C1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32.677" v="827" actId="700"/>
        <pc:sldMkLst>
          <pc:docMk/>
          <pc:sldMk cId="685101455" sldId="263"/>
        </pc:sldMkLst>
        <pc:spChg chg="del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32.677" v="827" actId="700"/>
          <ac:spMkLst>
            <pc:docMk/>
            <pc:sldMk cId="685101455" sldId="263"/>
            <ac:spMk id="4" creationId="{DF61C1C7-89A3-9D4A-6F7B-776D8C5238EB}"/>
          </ac:spMkLst>
        </pc:spChg>
      </pc:sldChg>
      <pc:sldChg chg="addSp delSp modSp add mod setBg modClrScheme chgLayout">
        <pc:chgData name="Christian Alonso Vargas Farias" userId="b83b0799-a8f0-4780-92d8-c3d1a3a0903e" providerId="ADAL" clId="{2C999F0D-DB6D-4C9B-923B-7467CEC4EACB}" dt="2024-07-26T21:00:10.963" v="838"/>
        <pc:sldMkLst>
          <pc:docMk/>
          <pc:sldMk cId="2302547647" sldId="264"/>
        </pc:sldMkLst>
        <pc:spChg chg="del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39.463" v="830" actId="700"/>
          <ac:spMkLst>
            <pc:docMk/>
            <pc:sldMk cId="2302547647" sldId="264"/>
            <ac:spMk id="4" creationId="{C98F96EE-8C36-16B6-047D-4FD2E9B6F84C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42.962" v="831" actId="700"/>
        <pc:sldMkLst>
          <pc:docMk/>
          <pc:sldMk cId="248929021" sldId="265"/>
        </pc:sldMkLst>
        <pc:spChg chg="del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42.962" v="831" actId="700"/>
          <ac:spMkLst>
            <pc:docMk/>
            <pc:sldMk cId="248929021" sldId="265"/>
            <ac:spMk id="4" creationId="{3A2A212F-0AAD-A6DD-8BC7-9E972228708B}"/>
          </ac:spMkLst>
        </pc:spChg>
      </pc:sldChg>
      <pc:sldChg chg="delSp add mod modClrScheme chgLayout">
        <pc:chgData name="Christian Alonso Vargas Farias" userId="b83b0799-a8f0-4780-92d8-c3d1a3a0903e" providerId="ADAL" clId="{2C999F0D-DB6D-4C9B-923B-7467CEC4EACB}" dt="2024-07-26T20:54:46.307" v="832" actId="700"/>
        <pc:sldMkLst>
          <pc:docMk/>
          <pc:sldMk cId="1677552411" sldId="266"/>
        </pc:sldMkLst>
        <pc:spChg chg="del">
          <ac:chgData name="Christian Alonso Vargas Farias" userId="b83b0799-a8f0-4780-92d8-c3d1a3a0903e" providerId="ADAL" clId="{2C999F0D-DB6D-4C9B-923B-7467CEC4EACB}" dt="2024-07-26T20:54:46.307" v="832" actId="700"/>
          <ac:spMkLst>
            <pc:docMk/>
            <pc:sldMk cId="1677552411" sldId="266"/>
            <ac:spMk id="2" creationId="{B4B591DB-4AFF-3517-223D-99D6C014A803}"/>
          </ac:spMkLst>
        </pc:spChg>
        <pc:spChg chg="del">
          <ac:chgData name="Christian Alonso Vargas Farias" userId="b83b0799-a8f0-4780-92d8-c3d1a3a0903e" providerId="ADAL" clId="{2C999F0D-DB6D-4C9B-923B-7467CEC4EACB}" dt="2024-07-26T20:54:46.307" v="832" actId="700"/>
          <ac:spMkLst>
            <pc:docMk/>
            <pc:sldMk cId="1677552411" sldId="266"/>
            <ac:spMk id="3" creationId="{9DB6C7B1-7822-C92C-6DFD-919394A4E379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4:49.356" v="833" actId="700"/>
        <pc:sldMkLst>
          <pc:docMk/>
          <pc:sldMk cId="1995167618" sldId="267"/>
        </pc:sldMkLst>
        <pc:spChg chg="del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2" creationId="{B4B591DB-4AFF-3517-223D-99D6C014A803}"/>
          </ac:spMkLst>
        </pc:spChg>
        <pc:spChg chg="del mod ord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3" creationId="{9DB6C7B1-7822-C92C-6DFD-919394A4E379}"/>
          </ac:spMkLst>
        </pc:spChg>
        <pc:spChg chg="add mod ord">
          <ac:chgData name="Christian Alonso Vargas Farias" userId="b83b0799-a8f0-4780-92d8-c3d1a3a0903e" providerId="ADAL" clId="{2C999F0D-DB6D-4C9B-923B-7467CEC4EACB}" dt="2024-07-26T20:54:49.356" v="833" actId="700"/>
          <ac:spMkLst>
            <pc:docMk/>
            <pc:sldMk cId="1995167618" sldId="267"/>
            <ac:spMk id="4" creationId="{01FB51C7-44EC-216A-ED07-CB6D43B6A454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5:37.703" v="835" actId="700"/>
        <pc:sldMkLst>
          <pc:docMk/>
          <pc:sldMk cId="1831503501" sldId="268"/>
        </pc:sldMkLst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2" creationId="{AD14952D-C6F1-F3E2-1911-8A8F2B02C17F}"/>
          </ac:spMkLst>
        </pc:spChg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3" creationId="{A830A7D4-9FB2-7D19-8923-AF197C90CD7D}"/>
          </ac:spMkLst>
        </pc:spChg>
        <pc:spChg chg="add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4" creationId="{8EB7AFDD-65B3-09CA-F169-752572A2BD83}"/>
          </ac:spMkLst>
        </pc:spChg>
        <pc:spChg chg="del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9" creationId="{6686DDAF-B6E4-A2DB-60F6-B826C669D470}"/>
          </ac:spMkLst>
        </pc:spChg>
        <pc:spChg chg="del mod ord">
          <ac:chgData name="Christian Alonso Vargas Farias" userId="b83b0799-a8f0-4780-92d8-c3d1a3a0903e" providerId="ADAL" clId="{2C999F0D-DB6D-4C9B-923B-7467CEC4EACB}" dt="2024-07-26T20:55:37.703" v="835" actId="700"/>
          <ac:spMkLst>
            <pc:docMk/>
            <pc:sldMk cId="1831503501" sldId="268"/>
            <ac:spMk id="11" creationId="{D2E49BF4-A7B0-C31B-DEC3-B0E6E3611667}"/>
          </ac:spMkLst>
        </pc:spChg>
      </pc:sldChg>
      <pc:sldChg chg="addSp delSp modSp add mod modClrScheme chgLayout">
        <pc:chgData name="Christian Alonso Vargas Farias" userId="b83b0799-a8f0-4780-92d8-c3d1a3a0903e" providerId="ADAL" clId="{2C999F0D-DB6D-4C9B-923B-7467CEC4EACB}" dt="2024-07-26T20:55:43.069" v="836" actId="700"/>
        <pc:sldMkLst>
          <pc:docMk/>
          <pc:sldMk cId="305604131" sldId="269"/>
        </pc:sldMkLst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2" creationId="{7B37A120-985F-805A-3AEA-A510B6B21794}"/>
          </ac:spMkLst>
        </pc:spChg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3" creationId="{8AEB7671-563D-10D7-0B91-AE4AB9E0E492}"/>
          </ac:spMkLst>
        </pc:spChg>
        <pc:spChg chg="add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4" creationId="{68A94F1D-42E8-3EDA-C204-A0C652D78790}"/>
          </ac:spMkLst>
        </pc:spChg>
        <pc:spChg chg="del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5" creationId="{9DD61DCE-439C-8992-2CBC-B9F18BA94FB8}"/>
          </ac:spMkLst>
        </pc:spChg>
        <pc:spChg chg="del mod ord">
          <ac:chgData name="Christian Alonso Vargas Farias" userId="b83b0799-a8f0-4780-92d8-c3d1a3a0903e" providerId="ADAL" clId="{2C999F0D-DB6D-4C9B-923B-7467CEC4EACB}" dt="2024-07-26T20:55:43.069" v="836" actId="700"/>
          <ac:spMkLst>
            <pc:docMk/>
            <pc:sldMk cId="305604131" sldId="269"/>
            <ac:spMk id="7" creationId="{6C6AC09E-3440-1040-862D-E5AEDC3994D8}"/>
          </ac:spMkLst>
        </pc:spChg>
      </pc:sldChg>
      <pc:sldMasterChg chg="addSp delSp modSp mod delSldLayout modSldLayout sldLayoutOrd">
        <pc:chgData name="Christian Alonso Vargas Farias" userId="b83b0799-a8f0-4780-92d8-c3d1a3a0903e" providerId="ADAL" clId="{2C999F0D-DB6D-4C9B-923B-7467CEC4EACB}" dt="2024-07-26T20:53:40.393" v="817"/>
        <pc:sldMasterMkLst>
          <pc:docMk/>
          <pc:sldMasterMk cId="1596014252" sldId="2147483648"/>
        </pc:sldMasterMkLst>
        <pc:spChg chg="mod">
          <ac:chgData name="Christian Alonso Vargas Farias" userId="b83b0799-a8f0-4780-92d8-c3d1a3a0903e" providerId="ADAL" clId="{2C999F0D-DB6D-4C9B-923B-7467CEC4EACB}" dt="2024-07-26T19:47:13.416" v="566" actId="2711"/>
          <ac:spMkLst>
            <pc:docMk/>
            <pc:sldMasterMk cId="1596014252" sldId="2147483648"/>
            <ac:spMk id="2" creationId="{61476006-D024-95B7-FC9F-2EE779889926}"/>
          </ac:spMkLst>
        </pc:spChg>
        <pc:spChg chg="mod">
          <ac:chgData name="Christian Alonso Vargas Farias" userId="b83b0799-a8f0-4780-92d8-c3d1a3a0903e" providerId="ADAL" clId="{2C999F0D-DB6D-4C9B-923B-7467CEC4EACB}" dt="2024-07-26T19:50:52.447" v="647" actId="2711"/>
          <ac:spMkLst>
            <pc:docMk/>
            <pc:sldMasterMk cId="1596014252" sldId="2147483648"/>
            <ac:spMk id="3" creationId="{80280EBE-C583-F487-FC5B-05C50106B5C4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4" creationId="{6F5545AC-A244-10B6-15F9-3F97D53FD10B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5" creationId="{09F9D8AD-821A-21DA-658B-3B891A0DA655}"/>
          </ac:spMkLst>
        </pc:spChg>
        <pc:spChg chg="del mod">
          <ac:chgData name="Christian Alonso Vargas Farias" userId="b83b0799-a8f0-4780-92d8-c3d1a3a0903e" providerId="ADAL" clId="{2C999F0D-DB6D-4C9B-923B-7467CEC4EACB}" dt="2024-07-26T19:25:01.923" v="3" actId="478"/>
          <ac:spMkLst>
            <pc:docMk/>
            <pc:sldMasterMk cId="1596014252" sldId="2147483648"/>
            <ac:spMk id="6" creationId="{CD328529-AF58-0D20-ABAF-3B5B6E406D46}"/>
          </ac:spMkLst>
        </pc:spChg>
        <pc:spChg chg="add del mod">
          <ac:chgData name="Christian Alonso Vargas Farias" userId="b83b0799-a8f0-4780-92d8-c3d1a3a0903e" providerId="ADAL" clId="{2C999F0D-DB6D-4C9B-923B-7467CEC4EACB}" dt="2024-07-26T19:40:33.691" v="396" actId="478"/>
          <ac:spMkLst>
            <pc:docMk/>
            <pc:sldMasterMk cId="1596014252" sldId="2147483648"/>
            <ac:spMk id="7" creationId="{88AD0985-C1C6-DF00-8DB0-7C268B878D7A}"/>
          </ac:spMkLst>
        </pc:spChg>
        <pc:spChg chg="add del mod">
          <ac:chgData name="Christian Alonso Vargas Farias" userId="b83b0799-a8f0-4780-92d8-c3d1a3a0903e" providerId="ADAL" clId="{2C999F0D-DB6D-4C9B-923B-7467CEC4EACB}" dt="2024-07-26T19:40:32.808" v="395" actId="478"/>
          <ac:spMkLst>
            <pc:docMk/>
            <pc:sldMasterMk cId="1596014252" sldId="2147483648"/>
            <ac:spMk id="8" creationId="{8058E42E-F7D1-97C5-B9A0-DC4AE0059971}"/>
          </ac:spMkLst>
        </pc:spChg>
        <pc:spChg chg="add del mod">
          <ac:chgData name="Christian Alonso Vargas Farias" userId="b83b0799-a8f0-4780-92d8-c3d1a3a0903e" providerId="ADAL" clId="{2C999F0D-DB6D-4C9B-923B-7467CEC4EACB}" dt="2024-07-26T20:16:31.345" v="790" actId="478"/>
          <ac:spMkLst>
            <pc:docMk/>
            <pc:sldMasterMk cId="1596014252" sldId="2147483648"/>
            <ac:spMk id="10" creationId="{BB45A638-43AC-77FC-6E78-1C05CE81F87A}"/>
          </ac:spMkLst>
        </pc:spChg>
        <pc:spChg chg="add del mod">
          <ac:chgData name="Christian Alonso Vargas Farias" userId="b83b0799-a8f0-4780-92d8-c3d1a3a0903e" providerId="ADAL" clId="{2C999F0D-DB6D-4C9B-923B-7467CEC4EACB}" dt="2024-07-26T20:16:30.173" v="789" actId="478"/>
          <ac:spMkLst>
            <pc:docMk/>
            <pc:sldMasterMk cId="1596014252" sldId="2147483648"/>
            <ac:spMk id="11" creationId="{CCCD84B5-2F91-CEDC-39AD-62CDF7932DA8}"/>
          </ac:spMkLst>
        </pc:spChg>
        <pc:sldLayoutChg chg="addSp delSp modSp mod setBg">
          <pc:chgData name="Christian Alonso Vargas Farias" userId="b83b0799-a8f0-4780-92d8-c3d1a3a0903e" providerId="ADAL" clId="{2C999F0D-DB6D-4C9B-923B-7467CEC4EACB}" dt="2024-07-26T19:50:26.093" v="644" actId="2711"/>
          <pc:sldLayoutMkLst>
            <pc:docMk/>
            <pc:sldMasterMk cId="1596014252" sldId="2147483648"/>
            <pc:sldLayoutMk cId="2330253853" sldId="2147483649"/>
          </pc:sldLayoutMkLst>
          <pc:spChg chg="mod">
            <ac:chgData name="Christian Alonso Vargas Farias" userId="b83b0799-a8f0-4780-92d8-c3d1a3a0903e" providerId="ADAL" clId="{2C999F0D-DB6D-4C9B-923B-7467CEC4EACB}" dt="2024-07-26T19:37:36.961" v="354" actId="207"/>
            <ac:spMkLst>
              <pc:docMk/>
              <pc:sldMasterMk cId="1596014252" sldId="2147483648"/>
              <pc:sldLayoutMk cId="2330253853" sldId="2147483649"/>
              <ac:spMk id="2" creationId="{CD78AEB8-2D75-6955-1B97-B06465C4C6A4}"/>
            </ac:spMkLst>
          </pc:spChg>
          <pc:spChg chg="del mod">
            <ac:chgData name="Christian Alonso Vargas Farias" userId="b83b0799-a8f0-4780-92d8-c3d1a3a0903e" providerId="ADAL" clId="{2C999F0D-DB6D-4C9B-923B-7467CEC4EACB}" dt="2024-07-26T19:30:10.018" v="138" actId="478"/>
            <ac:spMkLst>
              <pc:docMk/>
              <pc:sldMasterMk cId="1596014252" sldId="2147483648"/>
              <pc:sldLayoutMk cId="2330253853" sldId="2147483649"/>
              <ac:spMk id="3" creationId="{77034C4D-EF23-736C-3E2F-338A56BACB46}"/>
            </ac:spMkLst>
          </pc:spChg>
          <pc:spChg chg="del">
            <ac:chgData name="Christian Alonso Vargas Farias" userId="b83b0799-a8f0-4780-92d8-c3d1a3a0903e" providerId="ADAL" clId="{2C999F0D-DB6D-4C9B-923B-7467CEC4EACB}" dt="2024-07-26T19:28:43.537" v="90" actId="478"/>
            <ac:spMkLst>
              <pc:docMk/>
              <pc:sldMasterMk cId="1596014252" sldId="2147483648"/>
              <pc:sldLayoutMk cId="2330253853" sldId="2147483649"/>
              <ac:spMk id="4" creationId="{077C2F7E-8418-611C-0D99-C14D9A38AB6F}"/>
            </ac:spMkLst>
          </pc:spChg>
          <pc:spChg chg="del">
            <ac:chgData name="Christian Alonso Vargas Farias" userId="b83b0799-a8f0-4780-92d8-c3d1a3a0903e" providerId="ADAL" clId="{2C999F0D-DB6D-4C9B-923B-7467CEC4EACB}" dt="2024-07-26T19:28:41.155" v="88" actId="478"/>
            <ac:spMkLst>
              <pc:docMk/>
              <pc:sldMasterMk cId="1596014252" sldId="2147483648"/>
              <pc:sldLayoutMk cId="2330253853" sldId="2147483649"/>
              <ac:spMk id="5" creationId="{35340964-090A-BECD-AE05-3349B7CEBD8F}"/>
            </ac:spMkLst>
          </pc:spChg>
          <pc:spChg chg="del">
            <ac:chgData name="Christian Alonso Vargas Farias" userId="b83b0799-a8f0-4780-92d8-c3d1a3a0903e" providerId="ADAL" clId="{2C999F0D-DB6D-4C9B-923B-7467CEC4EACB}" dt="2024-07-26T19:28:39.685" v="87" actId="478"/>
            <ac:spMkLst>
              <pc:docMk/>
              <pc:sldMasterMk cId="1596014252" sldId="2147483648"/>
              <pc:sldLayoutMk cId="2330253853" sldId="2147483649"/>
              <ac:spMk id="6" creationId="{21EA0748-2EF7-00ED-466A-023F1EBBD4F7}"/>
            </ac:spMkLst>
          </pc:spChg>
          <pc:spChg chg="add del">
            <ac:chgData name="Christian Alonso Vargas Farias" userId="b83b0799-a8f0-4780-92d8-c3d1a3a0903e" providerId="ADAL" clId="{2C999F0D-DB6D-4C9B-923B-7467CEC4EACB}" dt="2024-07-26T19:26:31.596" v="43" actId="478"/>
            <ac:spMkLst>
              <pc:docMk/>
              <pc:sldMasterMk cId="1596014252" sldId="2147483648"/>
              <pc:sldLayoutMk cId="2330253853" sldId="2147483649"/>
              <ac:spMk id="9" creationId="{3166A954-39F7-FC1D-09BB-34E211531D3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7:47.238" v="355" actId="21"/>
            <ac:spMkLst>
              <pc:docMk/>
              <pc:sldMasterMk cId="1596014252" sldId="2147483648"/>
              <pc:sldLayoutMk cId="2330253853" sldId="2147483649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7:47.238" v="355" actId="21"/>
            <ac:spMkLst>
              <pc:docMk/>
              <pc:sldMasterMk cId="1596014252" sldId="2147483648"/>
              <pc:sldLayoutMk cId="2330253853" sldId="2147483649"/>
              <ac:spMk id="11" creationId="{CCCD84B5-2F91-CEDC-39AD-62CDF7932DA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3:59.117" v="221" actId="478"/>
            <ac:spMkLst>
              <pc:docMk/>
              <pc:sldMasterMk cId="1596014252" sldId="2147483648"/>
              <pc:sldLayoutMk cId="2330253853" sldId="2147483649"/>
              <ac:spMk id="12" creationId="{2C4DCF0B-11FD-BAC5-53DD-D99DE972C6A7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4:00.685" v="222" actId="478"/>
            <ac:spMkLst>
              <pc:docMk/>
              <pc:sldMasterMk cId="1596014252" sldId="2147483648"/>
              <pc:sldLayoutMk cId="2330253853" sldId="2147483649"/>
              <ac:spMk id="13" creationId="{DBBE8147-D590-FAA2-3EE0-D7C006AEB155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4:03.222" v="223" actId="478"/>
            <ac:spMkLst>
              <pc:docMk/>
              <pc:sldMasterMk cId="1596014252" sldId="2147483648"/>
              <pc:sldLayoutMk cId="2330253853" sldId="2147483649"/>
              <ac:spMk id="14" creationId="{65517CEA-0222-C5A2-90EC-9287C0F79149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0:53.413" v="147" actId="478"/>
            <ac:spMkLst>
              <pc:docMk/>
              <pc:sldMasterMk cId="1596014252" sldId="2147483648"/>
              <pc:sldLayoutMk cId="2330253853" sldId="2147483649"/>
              <ac:spMk id="15" creationId="{C5C17AEA-A3B1-25A8-D70A-95CC3C95B99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0:50.630" v="146" actId="478"/>
            <ac:spMkLst>
              <pc:docMk/>
              <pc:sldMasterMk cId="1596014252" sldId="2147483648"/>
              <pc:sldLayoutMk cId="2330253853" sldId="2147483649"/>
              <ac:spMk id="16" creationId="{8B7E1ACA-C01B-DCD9-790A-29FACC329D14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31:31.156" v="151" actId="478"/>
            <ac:spMkLst>
              <pc:docMk/>
              <pc:sldMasterMk cId="1596014252" sldId="2147483648"/>
              <pc:sldLayoutMk cId="2330253853" sldId="2147483649"/>
              <ac:spMk id="17" creationId="{7E028F0C-D4AC-8AEE-C0E6-229B880E2D98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0:26.093" v="644" actId="2711"/>
            <ac:spMkLst>
              <pc:docMk/>
              <pc:sldMasterMk cId="1596014252" sldId="2147483648"/>
              <pc:sldLayoutMk cId="2330253853" sldId="2147483649"/>
              <ac:spMk id="18" creationId="{EA7BA1A8-181E-CBBB-E73A-1202B20F6504}"/>
            </ac:spMkLst>
          </pc:spChg>
          <pc:picChg chg="add del mod ord">
            <ac:chgData name="Christian Alonso Vargas Farias" userId="b83b0799-a8f0-4780-92d8-c3d1a3a0903e" providerId="ADAL" clId="{2C999F0D-DB6D-4C9B-923B-7467CEC4EACB}" dt="2024-07-26T19:28:42.073" v="89" actId="478"/>
            <ac:picMkLst>
              <pc:docMk/>
              <pc:sldMasterMk cId="1596014252" sldId="2147483648"/>
              <pc:sldLayoutMk cId="2330253853" sldId="2147483649"/>
              <ac:picMk id="8" creationId="{48C73ED0-19B4-B9E3-0015-286A830F00FF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0:48.272" v="646" actId="2711"/>
          <pc:sldLayoutMkLst>
            <pc:docMk/>
            <pc:sldMasterMk cId="1596014252" sldId="2147483648"/>
            <pc:sldLayoutMk cId="2140651059" sldId="2147483650"/>
          </pc:sldLayoutMkLst>
          <pc:spChg chg="mod">
            <ac:chgData name="Christian Alonso Vargas Farias" userId="b83b0799-a8f0-4780-92d8-c3d1a3a0903e" providerId="ADAL" clId="{2C999F0D-DB6D-4C9B-923B-7467CEC4EACB}" dt="2024-07-26T19:46:55.340" v="564" actId="2711"/>
            <ac:spMkLst>
              <pc:docMk/>
              <pc:sldMasterMk cId="1596014252" sldId="2147483648"/>
              <pc:sldLayoutMk cId="2140651059" sldId="2147483650"/>
              <ac:spMk id="2" creationId="{87BB4B73-8BCF-8A42-41BB-AC46AAD963F6}"/>
            </ac:spMkLst>
          </pc:spChg>
          <pc:spChg chg="mod">
            <ac:chgData name="Christian Alonso Vargas Farias" userId="b83b0799-a8f0-4780-92d8-c3d1a3a0903e" providerId="ADAL" clId="{2C999F0D-DB6D-4C9B-923B-7467CEC4EACB}" dt="2024-07-26T19:50:48.272" v="646" actId="2711"/>
            <ac:spMkLst>
              <pc:docMk/>
              <pc:sldMasterMk cId="1596014252" sldId="2147483648"/>
              <pc:sldLayoutMk cId="2140651059" sldId="2147483650"/>
              <ac:spMk id="3" creationId="{6D440FB0-C32D-D196-EDFF-81C19819D98E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4" creationId="{CEBDC00E-B2AC-FCA3-32DC-9EB1587B60D2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5" creationId="{58C0ADBE-43CE-43CB-CA69-FA47CB11C498}"/>
            </ac:spMkLst>
          </pc:spChg>
          <pc:spChg chg="del">
            <ac:chgData name="Christian Alonso Vargas Farias" userId="b83b0799-a8f0-4780-92d8-c3d1a3a0903e" providerId="ADAL" clId="{2C999F0D-DB6D-4C9B-923B-7467CEC4EACB}" dt="2024-07-26T19:36:16.317" v="321" actId="478"/>
            <ac:spMkLst>
              <pc:docMk/>
              <pc:sldMasterMk cId="1596014252" sldId="2147483648"/>
              <pc:sldLayoutMk cId="2140651059" sldId="2147483650"/>
              <ac:spMk id="6" creationId="{01578F48-F76B-A483-54C4-85D5E02FA667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3:31.449" v="465" actId="21"/>
            <ac:spMkLst>
              <pc:docMk/>
              <pc:sldMasterMk cId="1596014252" sldId="2147483648"/>
              <pc:sldLayoutMk cId="2140651059" sldId="2147483650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3:31.449" v="465" actId="21"/>
            <ac:spMkLst>
              <pc:docMk/>
              <pc:sldMasterMk cId="1596014252" sldId="2147483648"/>
              <pc:sldLayoutMk cId="2140651059" sldId="2147483650"/>
              <ac:spMk id="11" creationId="{CCCD84B5-2F91-CEDC-39AD-62CDF7932DA8}"/>
            </ac:spMkLst>
          </pc:spChg>
          <pc:picChg chg="add del mod">
            <ac:chgData name="Christian Alonso Vargas Farias" userId="b83b0799-a8f0-4780-92d8-c3d1a3a0903e" providerId="ADAL" clId="{2C999F0D-DB6D-4C9B-923B-7467CEC4EACB}" dt="2024-07-26T19:37:18.754" v="348" actId="21"/>
            <ac:picMkLst>
              <pc:docMk/>
              <pc:sldMasterMk cId="1596014252" sldId="2147483648"/>
              <pc:sldLayoutMk cId="2140651059" sldId="2147483650"/>
              <ac:picMk id="8" creationId="{505151CC-094C-7D82-04B6-0E5D6E186920}"/>
            </ac:picMkLst>
          </pc:picChg>
          <pc:picChg chg="add del mod">
            <ac:chgData name="Christian Alonso Vargas Farias" userId="b83b0799-a8f0-4780-92d8-c3d1a3a0903e" providerId="ADAL" clId="{2C999F0D-DB6D-4C9B-923B-7467CEC4EACB}" dt="2024-07-26T19:37:32.105" v="353" actId="478"/>
            <ac:picMkLst>
              <pc:docMk/>
              <pc:sldMasterMk cId="1596014252" sldId="2147483648"/>
              <pc:sldLayoutMk cId="2140651059" sldId="2147483650"/>
              <ac:picMk id="9" creationId="{505151CC-094C-7D82-04B6-0E5D6E186920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1:26.598" v="649" actId="6014"/>
          <pc:sldLayoutMkLst>
            <pc:docMk/>
            <pc:sldMasterMk cId="1596014252" sldId="2147483648"/>
            <pc:sldLayoutMk cId="1614252353" sldId="2147483651"/>
          </pc:sldLayoutMkLst>
          <pc:spChg chg="mod">
            <ac:chgData name="Christian Alonso Vargas Farias" userId="b83b0799-a8f0-4780-92d8-c3d1a3a0903e" providerId="ADAL" clId="{2C999F0D-DB6D-4C9B-923B-7467CEC4EACB}" dt="2024-07-26T19:46:33.728" v="563" actId="2711"/>
            <ac:spMkLst>
              <pc:docMk/>
              <pc:sldMasterMk cId="1596014252" sldId="2147483648"/>
              <pc:sldLayoutMk cId="1614252353" sldId="2147483651"/>
              <ac:spMk id="2" creationId="{57336CEE-FAE4-9046-1133-616F1FA64366}"/>
            </ac:spMkLst>
          </pc:spChg>
          <pc:spChg chg="add del">
            <ac:chgData name="Christian Alonso Vargas Farias" userId="b83b0799-a8f0-4780-92d8-c3d1a3a0903e" providerId="ADAL" clId="{2C999F0D-DB6D-4C9B-923B-7467CEC4EACB}" dt="2024-07-26T19:43:47.132" v="469" actId="478"/>
            <ac:spMkLst>
              <pc:docMk/>
              <pc:sldMasterMk cId="1596014252" sldId="2147483648"/>
              <pc:sldLayoutMk cId="1614252353" sldId="2147483651"/>
              <ac:spMk id="3" creationId="{B848E476-76CC-9A2A-1AD9-A58140AB1661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4" creationId="{1BD3F2C7-3214-28A0-B5D5-A8E1708D032E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5" creationId="{9FDA3A2D-D86D-BB48-FC84-CBF1CEC878F5}"/>
            </ac:spMkLst>
          </pc:spChg>
          <pc:spChg chg="del">
            <ac:chgData name="Christian Alonso Vargas Farias" userId="b83b0799-a8f0-4780-92d8-c3d1a3a0903e" providerId="ADAL" clId="{2C999F0D-DB6D-4C9B-923B-7467CEC4EACB}" dt="2024-07-26T19:43:24.475" v="464" actId="478"/>
            <ac:spMkLst>
              <pc:docMk/>
              <pc:sldMasterMk cId="1596014252" sldId="2147483648"/>
              <pc:sldLayoutMk cId="1614252353" sldId="2147483651"/>
              <ac:spMk id="6" creationId="{4CF72949-E0C0-8848-566F-9AF9D48E7D53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4:45.420" v="500" actId="21"/>
            <ac:spMkLst>
              <pc:docMk/>
              <pc:sldMasterMk cId="1596014252" sldId="2147483648"/>
              <pc:sldLayoutMk cId="1614252353" sldId="2147483651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44:45.420" v="500" actId="21"/>
            <ac:spMkLst>
              <pc:docMk/>
              <pc:sldMasterMk cId="1596014252" sldId="2147483648"/>
              <pc:sldLayoutMk cId="1614252353" sldId="2147483651"/>
              <ac:spMk id="11" creationId="{CCCD84B5-2F91-CEDC-39AD-62CDF7932DA8}"/>
            </ac:spMkLst>
          </pc:spChg>
        </pc:sldLayoutChg>
        <pc:sldLayoutChg chg="del">
          <pc:chgData name="Christian Alonso Vargas Farias" userId="b83b0799-a8f0-4780-92d8-c3d1a3a0903e" providerId="ADAL" clId="{2C999F0D-DB6D-4C9B-923B-7467CEC4EACB}" dt="2024-07-26T19:55:16.157" v="719" actId="2696"/>
          <pc:sldLayoutMkLst>
            <pc:docMk/>
            <pc:sldMasterMk cId="1596014252" sldId="2147483648"/>
            <pc:sldLayoutMk cId="3078183910" sldId="2147483652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10" v="708" actId="2696"/>
          <pc:sldLayoutMkLst>
            <pc:docMk/>
            <pc:sldMasterMk cId="1596014252" sldId="2147483648"/>
            <pc:sldLayoutMk cId="2258527187" sldId="2147483653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19" v="709" actId="2696"/>
          <pc:sldLayoutMkLst>
            <pc:docMk/>
            <pc:sldMasterMk cId="1596014252" sldId="2147483648"/>
            <pc:sldLayoutMk cId="3033149966" sldId="2147483654"/>
          </pc:sldLayoutMkLst>
        </pc:sldLayoutChg>
        <pc:sldLayoutChg chg="delSp mod ord setBg">
          <pc:chgData name="Christian Alonso Vargas Farias" userId="b83b0799-a8f0-4780-92d8-c3d1a3a0903e" providerId="ADAL" clId="{2C999F0D-DB6D-4C9B-923B-7467CEC4EACB}" dt="2024-07-26T19:54:57.147" v="717"/>
          <pc:sldLayoutMkLst>
            <pc:docMk/>
            <pc:sldMasterMk cId="1596014252" sldId="2147483648"/>
            <pc:sldLayoutMk cId="722132692" sldId="2147483655"/>
          </pc:sldLayoutMkLst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2" creationId="{98AECDAF-45C9-C31A-C199-E6ABA7DA453A}"/>
            </ac:spMkLst>
          </pc:spChg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3" creationId="{53E0CA82-C02D-51E3-FDC0-E52C330C8C77}"/>
            </ac:spMkLst>
          </pc:spChg>
          <pc:spChg chg="del">
            <ac:chgData name="Christian Alonso Vargas Farias" userId="b83b0799-a8f0-4780-92d8-c3d1a3a0903e" providerId="ADAL" clId="{2C999F0D-DB6D-4C9B-923B-7467CEC4EACB}" dt="2024-07-26T19:54:37.416" v="713" actId="478"/>
            <ac:spMkLst>
              <pc:docMk/>
              <pc:sldMasterMk cId="1596014252" sldId="2147483648"/>
              <pc:sldLayoutMk cId="722132692" sldId="2147483655"/>
              <ac:spMk id="4" creationId="{EE394377-709C-D32D-D69D-58794329F884}"/>
            </ac:spMkLst>
          </pc:spChg>
        </pc:sldLayoutChg>
        <pc:sldLayoutChg chg="delSp modSp mod ord setBg">
          <pc:chgData name="Christian Alonso Vargas Farias" userId="b83b0799-a8f0-4780-92d8-c3d1a3a0903e" providerId="ADAL" clId="{2C999F0D-DB6D-4C9B-923B-7467CEC4EACB}" dt="2024-07-26T19:53:48.751" v="702" actId="6014"/>
          <pc:sldLayoutMkLst>
            <pc:docMk/>
            <pc:sldMasterMk cId="1596014252" sldId="2147483648"/>
            <pc:sldLayoutMk cId="774443846" sldId="2147483656"/>
          </pc:sldLayoutMkLst>
          <pc:spChg chg="mod">
            <ac:chgData name="Christian Alonso Vargas Farias" userId="b83b0799-a8f0-4780-92d8-c3d1a3a0903e" providerId="ADAL" clId="{2C999F0D-DB6D-4C9B-923B-7467CEC4EACB}" dt="2024-07-26T19:53:42.407" v="701" actId="404"/>
            <ac:spMkLst>
              <pc:docMk/>
              <pc:sldMasterMk cId="1596014252" sldId="2147483648"/>
              <pc:sldLayoutMk cId="774443846" sldId="2147483656"/>
              <ac:spMk id="2" creationId="{D8748387-EEAD-E32F-E01F-AD44251C074A}"/>
            </ac:spMkLst>
          </pc:spChg>
          <pc:spChg chg="mod">
            <ac:chgData name="Christian Alonso Vargas Farias" userId="b83b0799-a8f0-4780-92d8-c3d1a3a0903e" providerId="ADAL" clId="{2C999F0D-DB6D-4C9B-923B-7467CEC4EACB}" dt="2024-07-26T19:52:57.240" v="675" actId="20577"/>
            <ac:spMkLst>
              <pc:docMk/>
              <pc:sldMasterMk cId="1596014252" sldId="2147483648"/>
              <pc:sldLayoutMk cId="774443846" sldId="2147483656"/>
              <ac:spMk id="3" creationId="{F66ED280-71F6-9818-3678-9DFA7B6E1F44}"/>
            </ac:spMkLst>
          </pc:spChg>
          <pc:spChg chg="mod">
            <ac:chgData name="Christian Alonso Vargas Farias" userId="b83b0799-a8f0-4780-92d8-c3d1a3a0903e" providerId="ADAL" clId="{2C999F0D-DB6D-4C9B-923B-7467CEC4EACB}" dt="2024-07-26T19:53:11.125" v="683" actId="20577"/>
            <ac:spMkLst>
              <pc:docMk/>
              <pc:sldMasterMk cId="1596014252" sldId="2147483648"/>
              <pc:sldLayoutMk cId="774443846" sldId="2147483656"/>
              <ac:spMk id="4" creationId="{F5DC4108-6B18-3F94-631E-48023D35116D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5" creationId="{E16D8E82-DEB0-E95F-FC81-139C8B899120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6" creationId="{0BF961F3-08E3-595D-94BB-433EB65A74B8}"/>
            </ac:spMkLst>
          </pc:spChg>
          <pc:spChg chg="del">
            <ac:chgData name="Christian Alonso Vargas Farias" userId="b83b0799-a8f0-4780-92d8-c3d1a3a0903e" providerId="ADAL" clId="{2C999F0D-DB6D-4C9B-923B-7467CEC4EACB}" dt="2024-07-26T19:52:33.780" v="655" actId="478"/>
            <ac:spMkLst>
              <pc:docMk/>
              <pc:sldMasterMk cId="1596014252" sldId="2147483648"/>
              <pc:sldLayoutMk cId="774443846" sldId="2147483656"/>
              <ac:spMk id="7" creationId="{5C9BE246-5623-1E74-6305-41AC96FBE411}"/>
            </ac:spMkLst>
          </pc:spChg>
        </pc:sldLayoutChg>
        <pc:sldLayoutChg chg="del">
          <pc:chgData name="Christian Alonso Vargas Farias" userId="b83b0799-a8f0-4780-92d8-c3d1a3a0903e" providerId="ADAL" clId="{2C999F0D-DB6D-4C9B-923B-7467CEC4EACB}" dt="2024-07-26T19:54:34.134" v="710" actId="2696"/>
          <pc:sldLayoutMkLst>
            <pc:docMk/>
            <pc:sldMasterMk cId="1596014252" sldId="2147483648"/>
            <pc:sldLayoutMk cId="915368804" sldId="2147483657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51" v="711" actId="2696"/>
          <pc:sldLayoutMkLst>
            <pc:docMk/>
            <pc:sldMasterMk cId="1596014252" sldId="2147483648"/>
            <pc:sldLayoutMk cId="3564326046" sldId="2147483658"/>
          </pc:sldLayoutMkLst>
        </pc:sldLayoutChg>
        <pc:sldLayoutChg chg="del">
          <pc:chgData name="Christian Alonso Vargas Farias" userId="b83b0799-a8f0-4780-92d8-c3d1a3a0903e" providerId="ADAL" clId="{2C999F0D-DB6D-4C9B-923B-7467CEC4EACB}" dt="2024-07-26T19:54:34.151" v="712" actId="2696"/>
          <pc:sldLayoutMkLst>
            <pc:docMk/>
            <pc:sldMasterMk cId="1596014252" sldId="2147483648"/>
            <pc:sldLayoutMk cId="253464811" sldId="2147483659"/>
          </pc:sldLayoutMkLst>
        </pc:sldLayoutChg>
        <pc:sldLayoutChg chg="delSp modSp mod setBg">
          <pc:chgData name="Christian Alonso Vargas Farias" userId="b83b0799-a8f0-4780-92d8-c3d1a3a0903e" providerId="ADAL" clId="{2C999F0D-DB6D-4C9B-923B-7467CEC4EACB}" dt="2024-07-26T19:50:42.489" v="645" actId="2711"/>
          <pc:sldLayoutMkLst>
            <pc:docMk/>
            <pc:sldMasterMk cId="1596014252" sldId="2147483648"/>
            <pc:sldLayoutMk cId="322782754" sldId="2147483660"/>
          </pc:sldLayoutMkLst>
          <pc:spChg chg="mod">
            <ac:chgData name="Christian Alonso Vargas Farias" userId="b83b0799-a8f0-4780-92d8-c3d1a3a0903e" providerId="ADAL" clId="{2C999F0D-DB6D-4C9B-923B-7467CEC4EACB}" dt="2024-07-26T19:47:02.273" v="565" actId="2711"/>
            <ac:spMkLst>
              <pc:docMk/>
              <pc:sldMasterMk cId="1596014252" sldId="2147483648"/>
              <pc:sldLayoutMk cId="322782754" sldId="2147483660"/>
              <ac:spMk id="2" creationId="{87BB4B73-8BCF-8A42-41BB-AC46AAD963F6}"/>
            </ac:spMkLst>
          </pc:spChg>
          <pc:spChg chg="mod">
            <ac:chgData name="Christian Alonso Vargas Farias" userId="b83b0799-a8f0-4780-92d8-c3d1a3a0903e" providerId="ADAL" clId="{2C999F0D-DB6D-4C9B-923B-7467CEC4EACB}" dt="2024-07-26T19:50:42.489" v="645" actId="2711"/>
            <ac:spMkLst>
              <pc:docMk/>
              <pc:sldMasterMk cId="1596014252" sldId="2147483648"/>
              <pc:sldLayoutMk cId="322782754" sldId="2147483660"/>
              <ac:spMk id="3" creationId="{6D440FB0-C32D-D196-EDFF-81C19819D98E}"/>
            </ac:spMkLst>
          </pc:spChg>
          <pc:spChg chg="del">
            <ac:chgData name="Christian Alonso Vargas Farias" userId="b83b0799-a8f0-4780-92d8-c3d1a3a0903e" providerId="ADAL" clId="{2C999F0D-DB6D-4C9B-923B-7467CEC4EACB}" dt="2024-07-26T19:42:08.919" v="406" actId="478"/>
            <ac:spMkLst>
              <pc:docMk/>
              <pc:sldMasterMk cId="1596014252" sldId="2147483648"/>
              <pc:sldLayoutMk cId="322782754" sldId="2147483660"/>
              <ac:spMk id="10" creationId="{BB45A638-43AC-77FC-6E78-1C05CE81F87A}"/>
            </ac:spMkLst>
          </pc:spChg>
          <pc:spChg chg="del">
            <ac:chgData name="Christian Alonso Vargas Farias" userId="b83b0799-a8f0-4780-92d8-c3d1a3a0903e" providerId="ADAL" clId="{2C999F0D-DB6D-4C9B-923B-7467CEC4EACB}" dt="2024-07-26T19:42:07.765" v="405" actId="478"/>
            <ac:spMkLst>
              <pc:docMk/>
              <pc:sldMasterMk cId="1596014252" sldId="2147483648"/>
              <pc:sldLayoutMk cId="322782754" sldId="2147483660"/>
              <ac:spMk id="11" creationId="{CCCD84B5-2F91-CEDC-39AD-62CDF7932DA8}"/>
            </ac:spMkLst>
          </pc:sp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6:27.611" v="749" actId="21"/>
          <pc:sldLayoutMkLst>
            <pc:docMk/>
            <pc:sldMasterMk cId="1596014252" sldId="2147483648"/>
            <pc:sldLayoutMk cId="1473727498" sldId="2147483661"/>
          </pc:sldLayoutMkLst>
          <pc:spChg chg="add del mod ord">
            <ac:chgData name="Christian Alonso Vargas Farias" userId="b83b0799-a8f0-4780-92d8-c3d1a3a0903e" providerId="ADAL" clId="{2C999F0D-DB6D-4C9B-923B-7467CEC4EACB}" dt="2024-07-26T19:49:16.300" v="616" actId="242"/>
            <ac:spMkLst>
              <pc:docMk/>
              <pc:sldMasterMk cId="1596014252" sldId="2147483648"/>
              <pc:sldLayoutMk cId="1473727498" sldId="2147483661"/>
              <ac:spMk id="2" creationId="{57336CEE-FAE4-9046-1133-616F1FA64366}"/>
            </ac:spMkLst>
          </pc:spChg>
          <pc:spChg chg="mod">
            <ac:chgData name="Christian Alonso Vargas Farias" userId="b83b0799-a8f0-4780-92d8-c3d1a3a0903e" providerId="ADAL" clId="{2C999F0D-DB6D-4C9B-923B-7467CEC4EACB}" dt="2024-07-26T19:51:08.137" v="648" actId="2711"/>
            <ac:spMkLst>
              <pc:docMk/>
              <pc:sldMasterMk cId="1596014252" sldId="2147483648"/>
              <pc:sldLayoutMk cId="1473727498" sldId="2147483661"/>
              <ac:spMk id="3" creationId="{B848E476-76CC-9A2A-1AD9-A58140AB1661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4" creationId="{1BD3F2C7-3214-28A0-B5D5-A8E1708D032E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5" creationId="{9FDA3A2D-D86D-BB48-FC84-CBF1CEC878F5}"/>
            </ac:spMkLst>
          </pc:spChg>
          <pc:spChg chg="del">
            <ac:chgData name="Christian Alonso Vargas Farias" userId="b83b0799-a8f0-4780-92d8-c3d1a3a0903e" providerId="ADAL" clId="{2C999F0D-DB6D-4C9B-923B-7467CEC4EACB}" dt="2024-07-26T19:47:25.366" v="567" actId="478"/>
            <ac:spMkLst>
              <pc:docMk/>
              <pc:sldMasterMk cId="1596014252" sldId="2147483648"/>
              <pc:sldLayoutMk cId="1473727498" sldId="2147483661"/>
              <ac:spMk id="6" creationId="{4CF72949-E0C0-8848-566F-9AF9D48E7D53}"/>
            </ac:spMkLst>
          </pc:spChg>
          <pc:spChg chg="add del mod ord">
            <ac:chgData name="Christian Alonso Vargas Farias" userId="b83b0799-a8f0-4780-92d8-c3d1a3a0903e" providerId="ADAL" clId="{2C999F0D-DB6D-4C9B-923B-7467CEC4EACB}" dt="2024-07-26T19:48:46.428" v="589" actId="478"/>
            <ac:spMkLst>
              <pc:docMk/>
              <pc:sldMasterMk cId="1596014252" sldId="2147483648"/>
              <pc:sldLayoutMk cId="1473727498" sldId="2147483661"/>
              <ac:spMk id="7" creationId="{7FBEDDEB-20BB-17FD-4AFF-8CCE9986F73B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27.611" v="749" actId="21"/>
            <ac:spMkLst>
              <pc:docMk/>
              <pc:sldMasterMk cId="1596014252" sldId="2147483648"/>
              <pc:sldLayoutMk cId="1473727498" sldId="2147483661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27.611" v="749" actId="21"/>
            <ac:spMkLst>
              <pc:docMk/>
              <pc:sldMasterMk cId="1596014252" sldId="2147483648"/>
              <pc:sldLayoutMk cId="1473727498" sldId="2147483661"/>
              <ac:spMk id="11" creationId="{CCCD84B5-2F91-CEDC-39AD-62CDF7932DA8}"/>
            </ac:spMkLst>
          </pc:spChg>
        </pc:sldLayoutChg>
        <pc:sldLayoutChg chg="del mod ord">
          <pc:chgData name="Christian Alonso Vargas Farias" userId="b83b0799-a8f0-4780-92d8-c3d1a3a0903e" providerId="ADAL" clId="{2C999F0D-DB6D-4C9B-923B-7467CEC4EACB}" dt="2024-07-26T19:53:35.071" v="698" actId="2696"/>
          <pc:sldLayoutMkLst>
            <pc:docMk/>
            <pc:sldMasterMk cId="1596014252" sldId="2147483648"/>
            <pc:sldLayoutMk cId="1461289066" sldId="2147483662"/>
          </pc:sldLayoutMkLst>
        </pc:sldLayoutChg>
        <pc:sldLayoutChg chg="modSp mod setBg">
          <pc:chgData name="Christian Alonso Vargas Farias" userId="b83b0799-a8f0-4780-92d8-c3d1a3a0903e" providerId="ADAL" clId="{2C999F0D-DB6D-4C9B-923B-7467CEC4EACB}" dt="2024-07-26T19:54:09.622" v="706" actId="207"/>
          <pc:sldLayoutMkLst>
            <pc:docMk/>
            <pc:sldMasterMk cId="1596014252" sldId="2147483648"/>
            <pc:sldLayoutMk cId="2145883535" sldId="2147483662"/>
          </pc:sldLayoutMkLst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2" creationId="{D8748387-EEAD-E32F-E01F-AD44251C074A}"/>
            </ac:spMkLst>
          </pc:spChg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3" creationId="{F66ED280-71F6-9818-3678-9DFA7B6E1F44}"/>
            </ac:spMkLst>
          </pc:spChg>
          <pc:spChg chg="mod">
            <ac:chgData name="Christian Alonso Vargas Farias" userId="b83b0799-a8f0-4780-92d8-c3d1a3a0903e" providerId="ADAL" clId="{2C999F0D-DB6D-4C9B-923B-7467CEC4EACB}" dt="2024-07-26T19:54:09.622" v="706" actId="207"/>
            <ac:spMkLst>
              <pc:docMk/>
              <pc:sldMasterMk cId="1596014252" sldId="2147483648"/>
              <pc:sldLayoutMk cId="2145883535" sldId="2147483662"/>
              <ac:spMk id="4" creationId="{F5DC4108-6B18-3F94-631E-48023D35116D}"/>
            </ac:spMkLst>
          </pc:spChg>
        </pc:sldLayoutChg>
        <pc:sldLayoutChg chg="addSp delSp modSp mod setBg">
          <pc:chgData name="Christian Alonso Vargas Farias" userId="b83b0799-a8f0-4780-92d8-c3d1a3a0903e" providerId="ADAL" clId="{2C999F0D-DB6D-4C9B-923B-7467CEC4EACB}" dt="2024-07-26T19:59:27.264" v="761"/>
          <pc:sldLayoutMkLst>
            <pc:docMk/>
            <pc:sldMasterMk cId="1596014252" sldId="2147483648"/>
            <pc:sldLayoutMk cId="3924014556" sldId="2147483663"/>
          </pc:sldLayoutMkLst>
          <pc:spChg chg="add mod">
            <ac:chgData name="Christian Alonso Vargas Farias" userId="b83b0799-a8f0-4780-92d8-c3d1a3a0903e" providerId="ADAL" clId="{2C999F0D-DB6D-4C9B-923B-7467CEC4EACB}" dt="2024-07-26T19:56:50.004" v="756" actId="14100"/>
            <ac:spMkLst>
              <pc:docMk/>
              <pc:sldMasterMk cId="1596014252" sldId="2147483648"/>
              <pc:sldLayoutMk cId="3924014556" sldId="2147483663"/>
              <ac:spMk id="2" creationId="{54D9CC69-D4E7-BC48-1634-A0258840482B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53.959" v="757" actId="21"/>
            <ac:spMkLst>
              <pc:docMk/>
              <pc:sldMasterMk cId="1596014252" sldId="2147483648"/>
              <pc:sldLayoutMk cId="3924014556" sldId="2147483663"/>
              <ac:spMk id="10" creationId="{BB45A638-43AC-77FC-6E78-1C05CE81F87A}"/>
            </ac:spMkLst>
          </pc:spChg>
          <pc:spChg chg="add del mod">
            <ac:chgData name="Christian Alonso Vargas Farias" userId="b83b0799-a8f0-4780-92d8-c3d1a3a0903e" providerId="ADAL" clId="{2C999F0D-DB6D-4C9B-923B-7467CEC4EACB}" dt="2024-07-26T19:56:53.959" v="757" actId="21"/>
            <ac:spMkLst>
              <pc:docMk/>
              <pc:sldMasterMk cId="1596014252" sldId="2147483648"/>
              <pc:sldLayoutMk cId="3924014556" sldId="2147483663"/>
              <ac:spMk id="11" creationId="{CCCD84B5-2F91-CEDC-39AD-62CDF7932DA8}"/>
            </ac:spMkLst>
          </pc:spChg>
          <pc:picChg chg="add del ord">
            <ac:chgData name="Christian Alonso Vargas Farias" userId="b83b0799-a8f0-4780-92d8-c3d1a3a0903e" providerId="ADAL" clId="{2C999F0D-DB6D-4C9B-923B-7467CEC4EACB}" dt="2024-07-26T19:57:02.556" v="759" actId="478"/>
            <ac:picMkLst>
              <pc:docMk/>
              <pc:sldMasterMk cId="1596014252" sldId="2147483648"/>
              <pc:sldLayoutMk cId="3924014556" sldId="2147483663"/>
              <ac:picMk id="4" creationId="{EBDDAA12-0A38-8CB3-73CC-65C1E390FB2B}"/>
            </ac:picMkLst>
          </pc:picChg>
        </pc:sldLayoutChg>
        <pc:sldLayoutChg chg="addSp delSp modSp mod setBg">
          <pc:chgData name="Christian Alonso Vargas Farias" userId="b83b0799-a8f0-4780-92d8-c3d1a3a0903e" providerId="ADAL" clId="{2C999F0D-DB6D-4C9B-923B-7467CEC4EACB}" dt="2024-07-26T20:26:58.630" v="797"/>
          <pc:sldLayoutMkLst>
            <pc:docMk/>
            <pc:sldMasterMk cId="1596014252" sldId="2147483648"/>
            <pc:sldLayoutMk cId="1946296003" sldId="2147483664"/>
          </pc:sldLayoutMkLst>
          <pc:spChg chg="mod">
            <ac:chgData name="Christian Alonso Vargas Farias" userId="b83b0799-a8f0-4780-92d8-c3d1a3a0903e" providerId="ADAL" clId="{2C999F0D-DB6D-4C9B-923B-7467CEC4EACB}" dt="2024-07-26T20:16:17.234" v="788" actId="14100"/>
            <ac:spMkLst>
              <pc:docMk/>
              <pc:sldMasterMk cId="1596014252" sldId="2147483648"/>
              <pc:sldLayoutMk cId="1946296003" sldId="2147483664"/>
              <ac:spMk id="2" creationId="{57336CEE-FAE4-9046-1133-616F1FA64366}"/>
            </ac:spMkLst>
          </pc:spChg>
          <pc:spChg chg="add del mod">
            <ac:chgData name="Christian Alonso Vargas Farias" userId="b83b0799-a8f0-4780-92d8-c3d1a3a0903e" providerId="ADAL" clId="{2C999F0D-DB6D-4C9B-923B-7467CEC4EACB}" dt="2024-07-26T20:13:15.972" v="785" actId="478"/>
            <ac:spMkLst>
              <pc:docMk/>
              <pc:sldMasterMk cId="1596014252" sldId="2147483648"/>
              <pc:sldLayoutMk cId="1946296003" sldId="2147483664"/>
              <ac:spMk id="5" creationId="{8D455859-52BB-B0C4-0C42-772129BE87BE}"/>
            </ac:spMkLst>
          </pc:spChg>
          <pc:picChg chg="add del mod ord">
            <ac:chgData name="Christian Alonso Vargas Farias" userId="b83b0799-a8f0-4780-92d8-c3d1a3a0903e" providerId="ADAL" clId="{2C999F0D-DB6D-4C9B-923B-7467CEC4EACB}" dt="2024-07-26T20:12:52.748" v="779" actId="478"/>
            <ac:picMkLst>
              <pc:docMk/>
              <pc:sldMasterMk cId="1596014252" sldId="2147483648"/>
              <pc:sldLayoutMk cId="1946296003" sldId="2147483664"/>
              <ac:picMk id="4" creationId="{D3733911-E339-B2B3-694F-8301687B4A02}"/>
            </ac:picMkLst>
          </pc:picChg>
        </pc:sldLayoutChg>
        <pc:sldLayoutChg chg="mod setBg">
          <pc:chgData name="Christian Alonso Vargas Farias" userId="b83b0799-a8f0-4780-92d8-c3d1a3a0903e" providerId="ADAL" clId="{2C999F0D-DB6D-4C9B-923B-7467CEC4EACB}" dt="2024-07-26T20:51:57.309" v="815"/>
          <pc:sldLayoutMkLst>
            <pc:docMk/>
            <pc:sldMasterMk cId="1596014252" sldId="2147483648"/>
            <pc:sldLayoutMk cId="1674666254" sldId="2147483665"/>
          </pc:sldLayoutMkLst>
        </pc:sldLayoutChg>
        <pc:sldLayoutChg chg="mod ord setBg">
          <pc:chgData name="Christian Alonso Vargas Farias" userId="b83b0799-a8f0-4780-92d8-c3d1a3a0903e" providerId="ADAL" clId="{2C999F0D-DB6D-4C9B-923B-7467CEC4EACB}" dt="2024-07-26T20:50:11.556" v="812" actId="20578"/>
          <pc:sldLayoutMkLst>
            <pc:docMk/>
            <pc:sldMasterMk cId="1596014252" sldId="2147483648"/>
            <pc:sldLayoutMk cId="565063568" sldId="2147483666"/>
          </pc:sldLayoutMkLst>
        </pc:sldLayoutChg>
        <pc:sldLayoutChg chg="mod ord setBg">
          <pc:chgData name="Christian Alonso Vargas Farias" userId="b83b0799-a8f0-4780-92d8-c3d1a3a0903e" providerId="ADAL" clId="{2C999F0D-DB6D-4C9B-923B-7467CEC4EACB}" dt="2024-07-26T20:50:13.477" v="813" actId="20578"/>
          <pc:sldLayoutMkLst>
            <pc:docMk/>
            <pc:sldMasterMk cId="1596014252" sldId="2147483648"/>
            <pc:sldLayoutMk cId="2882580794" sldId="2147483667"/>
          </pc:sldLayoutMkLst>
        </pc:sldLayoutChg>
        <pc:sldLayoutChg chg="mod setBg">
          <pc:chgData name="Christian Alonso Vargas Farias" userId="b83b0799-a8f0-4780-92d8-c3d1a3a0903e" providerId="ADAL" clId="{2C999F0D-DB6D-4C9B-923B-7467CEC4EACB}" dt="2024-07-26T20:53:40.393" v="817"/>
          <pc:sldLayoutMkLst>
            <pc:docMk/>
            <pc:sldMasterMk cId="1596014252" sldId="2147483648"/>
            <pc:sldLayoutMk cId="88967323" sldId="214748366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AEB8-2D75-6955-1B97-B06465C4C6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9418" y="807380"/>
            <a:ext cx="10133163" cy="1500186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EA7BA1A8-181E-CBBB-E73A-1202B20F65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6613" y="3757613"/>
            <a:ext cx="4005968" cy="150018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/>
                <a:cs typeface="Avenir Regular" panose="020B0503020203020204" pitchFamily="34" charset="-78"/>
              </a:defRPr>
            </a:lvl1pPr>
          </a:lstStyle>
          <a:p>
            <a:pPr algn="l"/>
            <a:r>
              <a:rPr lang="es-CL" dirty="0">
                <a:latin typeface="Avenir Light" panose="020B0402020203020204" pitchFamily="34" charset="77"/>
              </a:rPr>
              <a:t>Autor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Dirección/Vicerrectoría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33025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065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B4B73-8BCF-8A42-41BB-AC46AAD96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365125"/>
            <a:ext cx="107520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Página alternativa de contenidos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440FB0-C32D-D196-EDFF-81C19819D9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825625"/>
            <a:ext cx="107520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venir Light" panose="020B0402020203020204"/>
              </a:defRPr>
            </a:lvl1pPr>
            <a:lvl2pPr>
              <a:defRPr>
                <a:solidFill>
                  <a:schemeClr val="bg1"/>
                </a:solidFill>
                <a:latin typeface="Avenir Light" panose="020B0402020203020204"/>
              </a:defRPr>
            </a:lvl2pPr>
            <a:lvl3pPr>
              <a:defRPr>
                <a:solidFill>
                  <a:schemeClr val="bg1"/>
                </a:solidFill>
                <a:latin typeface="Avenir Light" panose="020B0402020203020204"/>
              </a:defRPr>
            </a:lvl3pPr>
            <a:lvl4pPr>
              <a:defRPr>
                <a:solidFill>
                  <a:schemeClr val="bg1"/>
                </a:solidFill>
                <a:latin typeface="Avenir Light" panose="020B0402020203020204"/>
              </a:defRPr>
            </a:lvl4pPr>
            <a:lvl5pPr>
              <a:defRPr>
                <a:solidFill>
                  <a:schemeClr val="bg1"/>
                </a:solidFill>
                <a:latin typeface="Avenir Light" panose="020B0402020203020204"/>
              </a:defRPr>
            </a:lvl5pPr>
          </a:lstStyle>
          <a:p>
            <a:pPr lvl="0"/>
            <a:r>
              <a:rPr lang="es-ES" dirty="0"/>
              <a:t>Insertar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78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77444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2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8387-EEAD-E32F-E01F-AD44251C0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agregar título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ED280-71F6-9818-3678-9DFA7B6E1F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dirty="0"/>
              <a:t>Haga clic para agregar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C4108-6B18-3F94-631E-48023D3511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14588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0"/>
            <a:ext cx="6881527" cy="2032000"/>
          </a:xfrm>
        </p:spPr>
        <p:txBody>
          <a:bodyPr anchor="ctr">
            <a:normAutofit/>
          </a:bodyPr>
          <a:lstStyle>
            <a:lvl1pPr>
              <a:defRPr sz="4400">
                <a:latin typeface="Avenir Book" panose="02000503020000020003"/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425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48E476-76CC-9A2A-1AD9-A58140AB16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20000" y="2355275"/>
            <a:ext cx="6881527" cy="139469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venir Light" panose="020B0402020203020204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la bajada del 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609601"/>
            <a:ext cx="6881527" cy="1644071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Página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7372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4629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6506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4666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8967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ción Fo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36CEE-FAE4-9046-1133-616F1FA643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7745" y="2413000"/>
            <a:ext cx="5034255" cy="2032000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Lámina de transición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82580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213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9CC69-D4E7-BC48-1634-A02588404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5308" y="3694546"/>
            <a:ext cx="3860801" cy="554182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Muchas gracias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24014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476006-D024-95B7-FC9F-2EE77988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5125"/>
            <a:ext cx="1075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280EBE-C583-F487-FC5B-05C50106B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25625"/>
            <a:ext cx="1075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Contenido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9601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6" r:id="rId4"/>
    <p:sldLayoutId id="2147483662" r:id="rId5"/>
    <p:sldLayoutId id="2147483651" r:id="rId6"/>
    <p:sldLayoutId id="2147483661" r:id="rId7"/>
    <p:sldLayoutId id="2147483664" r:id="rId8"/>
    <p:sldLayoutId id="2147483666" r:id="rId9"/>
    <p:sldLayoutId id="2147483665" r:id="rId10"/>
    <p:sldLayoutId id="2147483668" r:id="rId11"/>
    <p:sldLayoutId id="2147483667" r:id="rId12"/>
    <p:sldLayoutId id="2147483655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548"/>
          </a:solidFill>
          <a:latin typeface="Avenir Book" panose="02000503020000020003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venir Light" panose="020B0402020203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F210623-D12D-D1D8-D0AA-76E78FF71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smtClean="0"/>
              <a:t>Taller de Programación 2026</a:t>
            </a:r>
            <a:endParaRPr lang="es-CL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26786-893D-7F3B-0DBC-66C4E3F71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dirty="0" err="1" smtClean="0">
                <a:latin typeface="Avenir Light" panose="020B0402020203020204"/>
              </a:rPr>
              <a:t>Prof</a:t>
            </a:r>
            <a:r>
              <a:rPr lang="es-CL" dirty="0" smtClean="0">
                <a:latin typeface="Avenir Light" panose="020B0402020203020204"/>
              </a:rPr>
              <a:t>: Víctor </a:t>
            </a:r>
            <a:r>
              <a:rPr lang="es-CL" dirty="0" err="1" smtClean="0">
                <a:latin typeface="Avenir Light" panose="020B0402020203020204"/>
              </a:rPr>
              <a:t>Bórquez</a:t>
            </a:r>
            <a:r>
              <a:rPr lang="es-CL" dirty="0" smtClean="0">
                <a:latin typeface="Avenir Light" panose="020B0402020203020204"/>
              </a:rPr>
              <a:t> H.</a:t>
            </a:r>
          </a:p>
          <a:p>
            <a:r>
              <a:rPr lang="es-CL" dirty="0" err="1" smtClean="0">
                <a:latin typeface="Avenir Light" panose="020B0402020203020204"/>
              </a:rPr>
              <a:t>Esc</a:t>
            </a:r>
            <a:r>
              <a:rPr lang="es-CL" dirty="0" smtClean="0">
                <a:latin typeface="Avenir Light" panose="020B0402020203020204"/>
              </a:rPr>
              <a:t>: Ingeniería</a:t>
            </a:r>
            <a:r>
              <a:rPr lang="es-CL" dirty="0">
                <a:latin typeface="Avenir Light" panose="020B0402020203020204"/>
              </a:rPr>
              <a:t>, Energía y Tecnología</a:t>
            </a:r>
          </a:p>
          <a:p>
            <a:endParaRPr lang="es-CL" dirty="0">
              <a:latin typeface="Avenir Light" panose="020B0402020203020204"/>
            </a:endParaRPr>
          </a:p>
        </p:txBody>
      </p:sp>
    </p:spTree>
    <p:extLst>
      <p:ext uri="{BB962C8B-B14F-4D97-AF65-F5344CB8AC3E}">
        <p14:creationId xmlns:p14="http://schemas.microsoft.com/office/powerpoint/2010/main" val="280812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Temario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Unidad 1: </a:t>
            </a:r>
            <a:r>
              <a:rPr lang="es-ES" dirty="0"/>
              <a:t>Introducción a la Programación Orientada a </a:t>
            </a:r>
            <a:r>
              <a:rPr lang="es-ES" dirty="0" smtClean="0"/>
              <a:t>Objeto.</a:t>
            </a:r>
          </a:p>
          <a:p>
            <a:r>
              <a:rPr lang="es-ES" dirty="0"/>
              <a:t>Unidad 2: Diseño y Programación orientada a </a:t>
            </a:r>
            <a:r>
              <a:rPr lang="es-ES" dirty="0" smtClean="0"/>
              <a:t>objeto.</a:t>
            </a:r>
          </a:p>
          <a:p>
            <a:r>
              <a:rPr lang="es-ES" dirty="0"/>
              <a:t>Unidad 3: Programación de interfaces </a:t>
            </a:r>
            <a:r>
              <a:rPr lang="es-ES" dirty="0" smtClean="0"/>
              <a:t>gráficas.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2956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Herramientas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Visual Studio </a:t>
            </a:r>
            <a:r>
              <a:rPr lang="es-CL" dirty="0" err="1" smtClean="0"/>
              <a:t>Code</a:t>
            </a:r>
            <a:r>
              <a:rPr lang="es-CL" dirty="0" smtClean="0"/>
              <a:t> (VS </a:t>
            </a:r>
            <a:r>
              <a:rPr lang="es-CL" dirty="0" err="1" smtClean="0"/>
              <a:t>Code</a:t>
            </a:r>
            <a:r>
              <a:rPr lang="es-CL" dirty="0" smtClean="0"/>
              <a:t>)</a:t>
            </a:r>
          </a:p>
          <a:p>
            <a:r>
              <a:rPr lang="es-CL" dirty="0" smtClean="0"/>
              <a:t>Python</a:t>
            </a:r>
          </a:p>
          <a:p>
            <a:r>
              <a:rPr lang="es-CL" dirty="0" err="1" smtClean="0"/>
              <a:t>Star</a:t>
            </a:r>
            <a:r>
              <a:rPr lang="es-CL" dirty="0" smtClean="0"/>
              <a:t> UML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4951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Evaluaciones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 smtClean="0"/>
              <a:t>Certamen 1: 31/08/2026</a:t>
            </a:r>
          </a:p>
          <a:p>
            <a:r>
              <a:rPr lang="es-CL" dirty="0" smtClean="0"/>
              <a:t>Certamen 2: 23/09/2026</a:t>
            </a:r>
          </a:p>
          <a:p>
            <a:r>
              <a:rPr lang="es-CL" dirty="0" smtClean="0"/>
              <a:t>Certamen 3: 16/10/2026</a:t>
            </a:r>
          </a:p>
          <a:p>
            <a:r>
              <a:rPr lang="es-CL" dirty="0" smtClean="0"/>
              <a:t>Certámenes de desarrollo en laboratorio.</a:t>
            </a:r>
          </a:p>
          <a:p>
            <a:r>
              <a:rPr lang="es-CL" dirty="0" smtClean="0"/>
              <a:t>Tareas dan puntaje para las pruebas.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0933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522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6686DDAF-B6E4-A2DB-60F6-B826C669D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Objetivo de </a:t>
            </a:r>
            <a:r>
              <a:rPr lang="es-ES" dirty="0" smtClean="0"/>
              <a:t>aprendizaje</a:t>
            </a:r>
          </a:p>
          <a:p>
            <a:pPr lvl="1"/>
            <a:r>
              <a:rPr lang="es-ES" dirty="0" smtClean="0"/>
              <a:t>Al </a:t>
            </a:r>
            <a:r>
              <a:rPr lang="es-ES" dirty="0"/>
              <a:t>finalizar esta unidad, el estudiante será capaz de comprender el paradigma de Programación Orientada a Objetos (POO), identificar sus componentes principales y aplicar los conceptos fundamentales mediante ejemplos prácticos en Python.</a:t>
            </a:r>
            <a:endParaRPr lang="es-CL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D2E49BF4-A7B0-C31B-DEC3-B0E6E3611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Unidad 1: Introducción a la Programación Orientada a Objetos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24475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 smtClean="0"/>
              <a:t>Termario</a:t>
            </a:r>
            <a:r>
              <a:rPr lang="es-CL" dirty="0" smtClean="0"/>
              <a:t> : </a:t>
            </a:r>
            <a:r>
              <a:rPr lang="es-CL" dirty="0"/>
              <a:t>Unidad </a:t>
            </a:r>
            <a:r>
              <a:rPr lang="es-CL" dirty="0" smtClean="0"/>
              <a:t>1 - </a:t>
            </a:r>
            <a:r>
              <a:rPr lang="es-CL" dirty="0"/>
              <a:t>Introducción a la Programación Orientada a Objetos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</a:t>
            </a:r>
            <a:r>
              <a:rPr lang="en-US" dirty="0" err="1"/>
              <a:t>Introducción</a:t>
            </a:r>
            <a:endParaRPr lang="en-US" dirty="0"/>
          </a:p>
          <a:p>
            <a:r>
              <a:rPr lang="es-ES" dirty="0"/>
              <a:t>2. Evolución de la </a:t>
            </a:r>
            <a:r>
              <a:rPr lang="es-ES" dirty="0" smtClean="0"/>
              <a:t>Programación</a:t>
            </a:r>
          </a:p>
          <a:p>
            <a:r>
              <a:rPr lang="es-ES" dirty="0"/>
              <a:t>3. Componentes de la Programación Orientada a </a:t>
            </a:r>
            <a:r>
              <a:rPr lang="es-ES" dirty="0" smtClean="0"/>
              <a:t>Objetos</a:t>
            </a:r>
          </a:p>
          <a:p>
            <a:r>
              <a:rPr lang="es-ES" dirty="0"/>
              <a:t>4. Propiedades de la Programación Orientada a </a:t>
            </a:r>
            <a:r>
              <a:rPr lang="es-ES" dirty="0" smtClean="0"/>
              <a:t>Objetos</a:t>
            </a:r>
          </a:p>
          <a:p>
            <a:r>
              <a:rPr lang="en-US" dirty="0"/>
              <a:t>5.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 smtClean="0"/>
              <a:t>Integrador</a:t>
            </a:r>
            <a:endParaRPr lang="en-US" dirty="0" smtClean="0"/>
          </a:p>
          <a:p>
            <a:r>
              <a:rPr lang="es-ES" dirty="0"/>
              <a:t>6. Buenas Prácticas en Programación Orientada a </a:t>
            </a:r>
            <a:r>
              <a:rPr lang="es-ES" dirty="0" smtClean="0"/>
              <a:t>Objetos</a:t>
            </a:r>
          </a:p>
          <a:p>
            <a:r>
              <a:rPr lang="en-US" dirty="0"/>
              <a:t>7. </a:t>
            </a:r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 smtClean="0"/>
              <a:t>Prácticas</a:t>
            </a:r>
            <a:endParaRPr lang="en-US" dirty="0" smtClean="0"/>
          </a:p>
          <a:p>
            <a:r>
              <a:rPr lang="es-ES" dirty="0"/>
              <a:t>8. Resumen de la </a:t>
            </a:r>
            <a:r>
              <a:rPr lang="es-ES" dirty="0" smtClean="0"/>
              <a:t>Unidad</a:t>
            </a:r>
          </a:p>
          <a:p>
            <a:r>
              <a:rPr lang="en-US" dirty="0"/>
              <a:t>9.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Formativa</a:t>
            </a:r>
            <a:endParaRPr lang="en-US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765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1F6D864-4A04-4320-A63A-7CEB9168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05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smtClean="0"/>
              <a:t>Introducción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Antes de aprender Programación Orientada a Objetos debemos entender por qué nació.</a:t>
            </a:r>
          </a:p>
          <a:p>
            <a:r>
              <a:rPr lang="es-ES" dirty="0"/>
              <a:t>Cuando comenzaron a desarrollarse los primeros programas (años 50-60), eran pequeños y resolvían tareas simples.</a:t>
            </a:r>
          </a:p>
          <a:p>
            <a:r>
              <a:rPr lang="es-ES" dirty="0"/>
              <a:t>Con el tiempo aparecieron sistemas enormes:</a:t>
            </a:r>
          </a:p>
          <a:p>
            <a:pPr lvl="1"/>
            <a:r>
              <a:rPr lang="es-ES" dirty="0"/>
              <a:t>Sistemas bancarios </a:t>
            </a:r>
          </a:p>
          <a:p>
            <a:pPr lvl="1"/>
            <a:r>
              <a:rPr lang="es-ES" dirty="0"/>
              <a:t>Sistemas hospitalarios </a:t>
            </a:r>
          </a:p>
          <a:p>
            <a:pPr lvl="1"/>
            <a:r>
              <a:rPr lang="es-ES" dirty="0"/>
              <a:t>Videojuegos </a:t>
            </a:r>
          </a:p>
          <a:p>
            <a:pPr lvl="1"/>
            <a:r>
              <a:rPr lang="es-ES" dirty="0"/>
              <a:t>Redes sociales </a:t>
            </a:r>
          </a:p>
          <a:p>
            <a:pPr lvl="1"/>
            <a:r>
              <a:rPr lang="es-ES" dirty="0"/>
              <a:t>Sistemas de control industrial </a:t>
            </a:r>
          </a:p>
          <a:p>
            <a:r>
              <a:rPr lang="es-ES" dirty="0"/>
              <a:t>Los programas crecieron tanto que era difícil mantenerlos.</a:t>
            </a:r>
          </a:p>
          <a:p>
            <a:r>
              <a:rPr lang="es-ES" dirty="0"/>
              <a:t>La solución fue cambiar la forma de pensar la programación.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8185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lugar de pensar en funciones</a:t>
            </a:r>
            <a:r>
              <a:rPr lang="es-ES" dirty="0" smtClean="0"/>
              <a:t>...</a:t>
            </a:r>
          </a:p>
          <a:p>
            <a:pPr lvl="1"/>
            <a:r>
              <a:rPr lang="es-ES" b="1" dirty="0" smtClean="0"/>
              <a:t>"¿</a:t>
            </a:r>
            <a:r>
              <a:rPr lang="es-ES" b="1" dirty="0"/>
              <a:t>Qué hace el programa</a:t>
            </a:r>
            <a:r>
              <a:rPr lang="es-ES" b="1" dirty="0" smtClean="0"/>
              <a:t>?“</a:t>
            </a:r>
          </a:p>
          <a:p>
            <a:r>
              <a:rPr lang="es-ES" dirty="0" smtClean="0"/>
              <a:t>comenzamos </a:t>
            </a:r>
            <a:r>
              <a:rPr lang="es-ES" dirty="0"/>
              <a:t>a pensar en objetos</a:t>
            </a:r>
            <a:r>
              <a:rPr lang="es-ES" dirty="0" smtClean="0"/>
              <a:t>...</a:t>
            </a:r>
          </a:p>
          <a:p>
            <a:pPr lvl="1"/>
            <a:r>
              <a:rPr lang="es-ES" b="1" dirty="0" smtClean="0"/>
              <a:t>"¿</a:t>
            </a:r>
            <a:r>
              <a:rPr lang="es-ES" b="1" dirty="0"/>
              <a:t>Quién hace el trabajo</a:t>
            </a:r>
            <a:r>
              <a:rPr lang="es-ES" b="1" dirty="0" smtClean="0"/>
              <a:t>?“</a:t>
            </a:r>
          </a:p>
          <a:p>
            <a:r>
              <a:rPr lang="es-ES" dirty="0" smtClean="0"/>
              <a:t>Ese </a:t>
            </a:r>
            <a:r>
              <a:rPr lang="es-ES" dirty="0"/>
              <a:t>cambio revolucionó el desarrollo de software.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4056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paradigma de programación?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Un paradigma es una forma de resolver problemas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Existen </a:t>
            </a:r>
            <a:r>
              <a:rPr lang="es-ES" dirty="0"/>
              <a:t>varios paradigmas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Programación Lineal</a:t>
            </a:r>
          </a:p>
          <a:p>
            <a:pPr lvl="1"/>
            <a:r>
              <a:rPr lang="es-ES" dirty="0" smtClean="0"/>
              <a:t>Programación Estructurada</a:t>
            </a:r>
          </a:p>
          <a:p>
            <a:pPr lvl="1"/>
            <a:r>
              <a:rPr lang="es-ES" dirty="0" smtClean="0"/>
              <a:t>Programación </a:t>
            </a:r>
            <a:r>
              <a:rPr lang="es-ES" dirty="0"/>
              <a:t>Orientada a </a:t>
            </a:r>
            <a:r>
              <a:rPr lang="es-ES" dirty="0" smtClean="0"/>
              <a:t>Objetos</a:t>
            </a:r>
          </a:p>
          <a:p>
            <a:pPr lvl="1"/>
            <a:r>
              <a:rPr lang="es-ES" dirty="0" smtClean="0"/>
              <a:t>Programación Funcional</a:t>
            </a:r>
          </a:p>
          <a:p>
            <a:r>
              <a:rPr lang="es-ES" dirty="0" smtClean="0"/>
              <a:t>Nos </a:t>
            </a:r>
            <a:r>
              <a:rPr lang="es-ES" dirty="0"/>
              <a:t>enfocaremos en la Programación Orientada a Objetos.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160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551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 smtClean="0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1. Programación Lineal</a:t>
            </a:r>
          </a:p>
          <a:p>
            <a:r>
              <a:rPr lang="es-ES" dirty="0"/>
              <a:t>Fue el primer estilo de programación.</a:t>
            </a:r>
          </a:p>
          <a:p>
            <a:r>
              <a:rPr lang="es-ES" dirty="0"/>
              <a:t>Todo ocurría desde arriba hacia abajo.</a:t>
            </a:r>
          </a:p>
          <a:p>
            <a:r>
              <a:rPr lang="es-ES" dirty="0"/>
              <a:t>Ejemplo:</a:t>
            </a:r>
          </a:p>
          <a:p>
            <a:pPr lvl="1"/>
            <a:r>
              <a:rPr lang="fr-FR" dirty="0"/>
              <a:t>nombre = input("Nombre: ")</a:t>
            </a:r>
          </a:p>
          <a:p>
            <a:pPr lvl="1"/>
            <a:r>
              <a:rPr lang="fr-FR" dirty="0"/>
              <a:t>edad = int(input("Edad: </a:t>
            </a:r>
            <a:r>
              <a:rPr lang="fr-FR" dirty="0" smtClean="0"/>
              <a:t>"))</a:t>
            </a:r>
            <a:endParaRPr lang="fr-FR" dirty="0"/>
          </a:p>
          <a:p>
            <a:pPr lvl="1"/>
            <a:r>
              <a:rPr lang="fr-FR" dirty="0"/>
              <a:t>print(nombre)</a:t>
            </a:r>
          </a:p>
          <a:p>
            <a:pPr lvl="1"/>
            <a:r>
              <a:rPr lang="fr-FR" dirty="0" smtClean="0"/>
              <a:t>print(edad)</a:t>
            </a:r>
          </a:p>
          <a:p>
            <a:pPr marL="0" indent="0">
              <a:buNone/>
            </a:pPr>
            <a:endParaRPr lang="fr-FR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7369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Todo está mezclado</a:t>
            </a:r>
            <a:r>
              <a:rPr lang="es-ES" dirty="0" smtClean="0"/>
              <a:t>.</a:t>
            </a:r>
          </a:p>
          <a:p>
            <a:r>
              <a:rPr lang="es-ES" dirty="0" smtClean="0"/>
              <a:t>No </a:t>
            </a:r>
            <a:r>
              <a:rPr lang="es-ES" dirty="0"/>
              <a:t>existen módulos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No </a:t>
            </a:r>
            <a:r>
              <a:rPr lang="es-ES" dirty="0"/>
              <a:t>existen funciones</a:t>
            </a:r>
            <a:r>
              <a:rPr lang="es-ES" dirty="0" smtClean="0"/>
              <a:t>.</a:t>
            </a:r>
          </a:p>
          <a:p>
            <a:r>
              <a:rPr lang="es-ES" dirty="0" smtClean="0"/>
              <a:t>No </a:t>
            </a:r>
            <a:r>
              <a:rPr lang="es-ES" dirty="0"/>
              <a:t>existen objetos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Si </a:t>
            </a:r>
            <a:r>
              <a:rPr lang="es-ES" dirty="0"/>
              <a:t>el programa crece</a:t>
            </a:r>
            <a:r>
              <a:rPr lang="es-ES" dirty="0" smtClean="0"/>
              <a:t>...</a:t>
            </a:r>
          </a:p>
          <a:p>
            <a:pPr lvl="1"/>
            <a:r>
              <a:rPr lang="es-ES" dirty="0" smtClean="0"/>
              <a:t>Se </a:t>
            </a:r>
            <a:r>
              <a:rPr lang="es-ES" dirty="0"/>
              <a:t>vuelve inmanejable</a:t>
            </a:r>
            <a:r>
              <a:rPr lang="es-ES" dirty="0" smtClean="0"/>
              <a:t>.</a:t>
            </a:r>
          </a:p>
          <a:p>
            <a:r>
              <a:rPr lang="es-ES" b="1" dirty="0"/>
              <a:t>Problema</a:t>
            </a:r>
          </a:p>
          <a:p>
            <a:pPr lvl="1"/>
            <a:r>
              <a:rPr lang="es-ES" dirty="0"/>
              <a:t>Imaginemos un sistema con:</a:t>
            </a:r>
          </a:p>
          <a:p>
            <a:pPr lvl="1"/>
            <a:r>
              <a:rPr lang="es-ES" dirty="0"/>
              <a:t>5000 líneas </a:t>
            </a:r>
          </a:p>
          <a:p>
            <a:pPr lvl="1"/>
            <a:r>
              <a:rPr lang="es-ES" dirty="0"/>
              <a:t>100 variables </a:t>
            </a:r>
          </a:p>
          <a:p>
            <a:pPr lvl="1"/>
            <a:r>
              <a:rPr lang="es-ES" dirty="0"/>
              <a:t>30 programadores </a:t>
            </a:r>
          </a:p>
          <a:p>
            <a:pPr lvl="1"/>
            <a:r>
              <a:rPr lang="es-ES" dirty="0"/>
              <a:t>Encontrar un error sería muy difícil.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2352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b="1" dirty="0"/>
              <a:t>2. Programación Estructurada</a:t>
            </a:r>
          </a:p>
          <a:p>
            <a:r>
              <a:rPr lang="es-ES" dirty="0"/>
              <a:t>Aparecen:</a:t>
            </a:r>
          </a:p>
          <a:p>
            <a:pPr lvl="1"/>
            <a:r>
              <a:rPr lang="es-ES" dirty="0"/>
              <a:t>Funciones </a:t>
            </a:r>
          </a:p>
          <a:p>
            <a:pPr lvl="1"/>
            <a:r>
              <a:rPr lang="es-ES" dirty="0"/>
              <a:t>Procedimientos </a:t>
            </a:r>
          </a:p>
          <a:p>
            <a:pPr lvl="1"/>
            <a:r>
              <a:rPr lang="es-ES" dirty="0" err="1"/>
              <a:t>Modularización</a:t>
            </a:r>
            <a:r>
              <a:rPr lang="es-ES" dirty="0"/>
              <a:t> </a:t>
            </a:r>
          </a:p>
          <a:p>
            <a:r>
              <a:rPr lang="es-ES" dirty="0"/>
              <a:t>Ejemplo:</a:t>
            </a:r>
          </a:p>
          <a:p>
            <a:pPr lvl="1"/>
            <a:r>
              <a:rPr lang="es-CL" dirty="0" err="1"/>
              <a:t>def</a:t>
            </a:r>
            <a:r>
              <a:rPr lang="es-CL" dirty="0"/>
              <a:t> </a:t>
            </a:r>
            <a:r>
              <a:rPr lang="es-CL" dirty="0" err="1"/>
              <a:t>calcular_area</a:t>
            </a:r>
            <a:r>
              <a:rPr lang="es-CL" dirty="0"/>
              <a:t>(base, altura):</a:t>
            </a:r>
          </a:p>
          <a:p>
            <a:r>
              <a:rPr lang="es-CL" dirty="0"/>
              <a:t>    </a:t>
            </a:r>
            <a:r>
              <a:rPr lang="es-CL" dirty="0" smtClean="0"/>
              <a:t>	</a:t>
            </a:r>
            <a:r>
              <a:rPr lang="es-CL" sz="2400" dirty="0" err="1" smtClean="0"/>
              <a:t>return</a:t>
            </a:r>
            <a:r>
              <a:rPr lang="es-CL" sz="2400" dirty="0" smtClean="0"/>
              <a:t> </a:t>
            </a:r>
            <a:r>
              <a:rPr lang="es-CL" sz="2400" dirty="0"/>
              <a:t>base * altura / 2</a:t>
            </a:r>
          </a:p>
          <a:p>
            <a:pPr lvl="1"/>
            <a:r>
              <a:rPr lang="es-CL" dirty="0" err="1" smtClean="0"/>
              <a:t>area</a:t>
            </a:r>
            <a:r>
              <a:rPr lang="es-CL" dirty="0" smtClean="0"/>
              <a:t> </a:t>
            </a:r>
            <a:r>
              <a:rPr lang="es-CL" dirty="0"/>
              <a:t>= </a:t>
            </a:r>
            <a:r>
              <a:rPr lang="es-CL" dirty="0" err="1"/>
              <a:t>calcular_area</a:t>
            </a:r>
            <a:r>
              <a:rPr lang="es-CL" dirty="0"/>
              <a:t>(10,5)</a:t>
            </a:r>
          </a:p>
          <a:p>
            <a:pPr lvl="1"/>
            <a:r>
              <a:rPr lang="es-CL" dirty="0" err="1" smtClean="0"/>
              <a:t>print</a:t>
            </a:r>
            <a:r>
              <a:rPr lang="es-CL" dirty="0" smtClean="0"/>
              <a:t>(</a:t>
            </a:r>
            <a:r>
              <a:rPr lang="es-CL" dirty="0" err="1" smtClean="0"/>
              <a:t>area</a:t>
            </a:r>
            <a:r>
              <a:rPr lang="es-CL" dirty="0" smtClean="0"/>
              <a:t>)</a:t>
            </a:r>
          </a:p>
          <a:p>
            <a:endParaRPr lang="es-ES" dirty="0" smtClean="0"/>
          </a:p>
          <a:p>
            <a:r>
              <a:rPr lang="es-ES" dirty="0" smtClean="0"/>
              <a:t>Ahora </a:t>
            </a:r>
            <a:r>
              <a:rPr lang="es-ES" dirty="0"/>
              <a:t>el código está organizado.</a:t>
            </a:r>
          </a:p>
          <a:p>
            <a:r>
              <a:rPr lang="es-ES" dirty="0"/>
              <a:t>Pero aún existe un problema...</a:t>
            </a:r>
          </a:p>
          <a:p>
            <a:r>
              <a:rPr lang="es-ES" dirty="0"/>
              <a:t>Los datos están separados de las funciones.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1227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Ejemplo</a:t>
            </a:r>
            <a:endParaRPr lang="en-US" dirty="0" smtClean="0"/>
          </a:p>
          <a:p>
            <a:pPr lvl="1"/>
            <a:r>
              <a:rPr lang="es-ES" dirty="0"/>
              <a:t>nombre = "Juan"</a:t>
            </a:r>
          </a:p>
          <a:p>
            <a:pPr lvl="1"/>
            <a:r>
              <a:rPr lang="es-ES" dirty="0"/>
              <a:t>edad = 25</a:t>
            </a:r>
          </a:p>
          <a:p>
            <a:pPr lvl="1"/>
            <a:endParaRPr lang="es-ES" dirty="0"/>
          </a:p>
          <a:p>
            <a:pPr lvl="1"/>
            <a:r>
              <a:rPr lang="es-ES" dirty="0" err="1"/>
              <a:t>def</a:t>
            </a:r>
            <a:r>
              <a:rPr lang="es-ES" dirty="0"/>
              <a:t> mostrar():</a:t>
            </a:r>
          </a:p>
          <a:p>
            <a:r>
              <a:rPr lang="es-ES" dirty="0"/>
              <a:t>    </a:t>
            </a:r>
            <a:r>
              <a:rPr lang="es-ES" dirty="0" smtClean="0"/>
              <a:t>	</a:t>
            </a:r>
            <a:r>
              <a:rPr lang="es-ES" dirty="0" err="1" smtClean="0"/>
              <a:t>print</a:t>
            </a:r>
            <a:r>
              <a:rPr lang="es-ES" dirty="0" smtClean="0"/>
              <a:t>(nombre)</a:t>
            </a:r>
          </a:p>
          <a:p>
            <a:endParaRPr lang="es-ES" dirty="0" smtClean="0"/>
          </a:p>
          <a:p>
            <a:pPr lvl="1"/>
            <a:r>
              <a:rPr lang="es-ES" dirty="0" smtClean="0"/>
              <a:t>mostrar()</a:t>
            </a:r>
          </a:p>
          <a:p>
            <a:endParaRPr lang="es-ES" dirty="0" smtClean="0"/>
          </a:p>
          <a:p>
            <a:r>
              <a:rPr lang="es-ES" dirty="0"/>
              <a:t>La función depende de variables externas.</a:t>
            </a:r>
          </a:p>
          <a:p>
            <a:r>
              <a:rPr lang="es-ES" dirty="0"/>
              <a:t>Eso provoca problemas cuando el sistema crece.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7753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459345"/>
            <a:ext cx="10752000" cy="5070764"/>
          </a:xfrm>
        </p:spPr>
        <p:txBody>
          <a:bodyPr>
            <a:normAutofit fontScale="62500" lnSpcReduction="20000"/>
          </a:bodyPr>
          <a:lstStyle/>
          <a:p>
            <a:r>
              <a:rPr lang="es-ES" b="1" dirty="0"/>
              <a:t>3. Programación Orientada a Objetos</a:t>
            </a:r>
          </a:p>
          <a:p>
            <a:r>
              <a:rPr lang="es-ES" dirty="0"/>
              <a:t>Ahora los datos y las funciones viven juntos.</a:t>
            </a:r>
          </a:p>
          <a:p>
            <a:r>
              <a:rPr lang="es-ES" dirty="0"/>
              <a:t>Ejemplo:</a:t>
            </a:r>
          </a:p>
          <a:p>
            <a:r>
              <a:rPr lang="es-CL" dirty="0" err="1"/>
              <a:t>class</a:t>
            </a:r>
            <a:r>
              <a:rPr lang="es-CL" dirty="0"/>
              <a:t> Persona: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self,nombre,edad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self.nombre</a:t>
            </a:r>
            <a:r>
              <a:rPr lang="es-CL" dirty="0"/>
              <a:t> = nombre</a:t>
            </a:r>
          </a:p>
          <a:p>
            <a:r>
              <a:rPr lang="es-CL" dirty="0"/>
              <a:t>        </a:t>
            </a:r>
            <a:r>
              <a:rPr lang="es-CL" dirty="0" err="1"/>
              <a:t>self.edad</a:t>
            </a:r>
            <a:r>
              <a:rPr lang="es-CL" dirty="0"/>
              <a:t> = edad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mostrar(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self.nombre,self.edad</a:t>
            </a:r>
            <a:r>
              <a:rPr lang="es-CL" dirty="0" smtClean="0"/>
              <a:t>)</a:t>
            </a:r>
          </a:p>
          <a:p>
            <a:endParaRPr lang="es-ES" dirty="0" smtClean="0"/>
          </a:p>
          <a:p>
            <a:r>
              <a:rPr lang="es-ES" dirty="0" smtClean="0"/>
              <a:t>La </a:t>
            </a:r>
            <a:r>
              <a:rPr lang="es-ES" dirty="0"/>
              <a:t>persona posee:</a:t>
            </a:r>
          </a:p>
          <a:p>
            <a:pPr lvl="1"/>
            <a:r>
              <a:rPr lang="es-ES" dirty="0" smtClean="0"/>
              <a:t>Datos: nombre y edad </a:t>
            </a:r>
            <a:endParaRPr lang="es-ES" dirty="0"/>
          </a:p>
          <a:p>
            <a:pPr lvl="1"/>
            <a:r>
              <a:rPr lang="es-ES" dirty="0"/>
              <a:t>Y además </a:t>
            </a:r>
            <a:r>
              <a:rPr lang="es-ES" dirty="0" smtClean="0"/>
              <a:t>comportamientos: mostrar</a:t>
            </a:r>
            <a:r>
              <a:rPr lang="es-ES" dirty="0"/>
              <a:t>() </a:t>
            </a:r>
          </a:p>
          <a:p>
            <a:r>
              <a:rPr lang="es-ES" dirty="0"/>
              <a:t>Todo está dentro del mismo objeto.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9352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Evolución</a:t>
            </a:r>
            <a:r>
              <a:rPr lang="en-US" dirty="0"/>
              <a:t> de la </a:t>
            </a:r>
            <a:r>
              <a:rPr lang="en-US" dirty="0" err="1"/>
              <a:t>programación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Historia de la Programación Orientada a </a:t>
            </a:r>
            <a:r>
              <a:rPr lang="es-ES" dirty="0" smtClean="0"/>
              <a:t>Objetos</a:t>
            </a:r>
          </a:p>
          <a:p>
            <a:r>
              <a:rPr lang="es-ES" dirty="0" smtClean="0"/>
              <a:t>Década </a:t>
            </a:r>
            <a:r>
              <a:rPr lang="es-ES" dirty="0"/>
              <a:t>de </a:t>
            </a:r>
            <a:r>
              <a:rPr lang="es-ES" dirty="0" smtClean="0"/>
              <a:t>1960</a:t>
            </a:r>
          </a:p>
          <a:p>
            <a:r>
              <a:rPr lang="es-ES" dirty="0" smtClean="0"/>
              <a:t>Lenguaje </a:t>
            </a:r>
            <a:r>
              <a:rPr lang="es-ES" dirty="0"/>
              <a:t>Simula </a:t>
            </a:r>
            <a:r>
              <a:rPr lang="es-ES" dirty="0" smtClean="0"/>
              <a:t>67</a:t>
            </a:r>
          </a:p>
          <a:p>
            <a:r>
              <a:rPr lang="es-ES" dirty="0" smtClean="0"/>
              <a:t>Fue </a:t>
            </a:r>
            <a:r>
              <a:rPr lang="es-ES" dirty="0"/>
              <a:t>el primer lenguaje orientado a objetos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Introdujo:</a:t>
            </a:r>
          </a:p>
          <a:p>
            <a:pPr lvl="1"/>
            <a:r>
              <a:rPr lang="es-ES" dirty="0" smtClean="0"/>
              <a:t>Clases</a:t>
            </a:r>
          </a:p>
          <a:p>
            <a:pPr lvl="1"/>
            <a:r>
              <a:rPr lang="es-ES" dirty="0" smtClean="0"/>
              <a:t>Objetos</a:t>
            </a:r>
          </a:p>
          <a:p>
            <a:r>
              <a:rPr lang="es-ES" dirty="0" smtClean="0"/>
              <a:t>Posteriormente aparecieron</a:t>
            </a:r>
          </a:p>
          <a:p>
            <a:pPr lvl="1"/>
            <a:r>
              <a:rPr lang="es-ES" dirty="0" err="1" smtClean="0"/>
              <a:t>Smalltalk</a:t>
            </a:r>
            <a:endParaRPr lang="es-ES" dirty="0" smtClean="0"/>
          </a:p>
          <a:p>
            <a:pPr lvl="1"/>
            <a:r>
              <a:rPr lang="es-ES" dirty="0" smtClean="0"/>
              <a:t>C++</a:t>
            </a:r>
          </a:p>
          <a:p>
            <a:pPr lvl="1"/>
            <a:r>
              <a:rPr lang="es-ES" dirty="0" smtClean="0"/>
              <a:t>Java</a:t>
            </a:r>
          </a:p>
          <a:p>
            <a:pPr lvl="1"/>
            <a:r>
              <a:rPr lang="es-ES" dirty="0" smtClean="0"/>
              <a:t>C#</a:t>
            </a:r>
          </a:p>
          <a:p>
            <a:pPr lvl="1"/>
            <a:r>
              <a:rPr lang="es-ES" dirty="0" smtClean="0"/>
              <a:t>Python</a:t>
            </a:r>
          </a:p>
          <a:p>
            <a:r>
              <a:rPr lang="es-ES" dirty="0" smtClean="0"/>
              <a:t>Actualmente </a:t>
            </a:r>
            <a:r>
              <a:rPr lang="es-ES" dirty="0"/>
              <a:t>casi todos los lenguajes modernos soportan POO.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508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657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¿Qué es un Objeto?</a:t>
            </a:r>
          </a:p>
          <a:p>
            <a:r>
              <a:rPr lang="es-ES" dirty="0"/>
              <a:t>Un objeto representa una entidad del mundo real.</a:t>
            </a:r>
          </a:p>
          <a:p>
            <a:r>
              <a:rPr lang="es-ES" dirty="0"/>
              <a:t>Puede ser:</a:t>
            </a:r>
          </a:p>
          <a:p>
            <a:pPr lvl="1"/>
            <a:r>
              <a:rPr lang="es-ES" dirty="0"/>
              <a:t>Un automóvil </a:t>
            </a:r>
          </a:p>
          <a:p>
            <a:pPr lvl="1"/>
            <a:r>
              <a:rPr lang="es-ES" dirty="0"/>
              <a:t>Un alumno </a:t>
            </a:r>
          </a:p>
          <a:p>
            <a:pPr lvl="1"/>
            <a:r>
              <a:rPr lang="es-ES" dirty="0"/>
              <a:t>Una cuenta bancaria </a:t>
            </a:r>
          </a:p>
          <a:p>
            <a:pPr lvl="1"/>
            <a:r>
              <a:rPr lang="es-ES" dirty="0"/>
              <a:t>Un celular </a:t>
            </a:r>
          </a:p>
          <a:p>
            <a:pPr lvl="1"/>
            <a:r>
              <a:rPr lang="es-ES" dirty="0"/>
              <a:t>Una mascota </a:t>
            </a:r>
          </a:p>
          <a:p>
            <a:r>
              <a:rPr lang="es-ES" dirty="0"/>
              <a:t>Un objeto tiene:</a:t>
            </a:r>
          </a:p>
          <a:p>
            <a:pPr lvl="1"/>
            <a:r>
              <a:rPr lang="es-ES" dirty="0"/>
              <a:t>Estado </a:t>
            </a:r>
          </a:p>
          <a:p>
            <a:pPr lvl="1"/>
            <a:r>
              <a:rPr lang="es-ES" dirty="0"/>
              <a:t>Comportamiento </a:t>
            </a:r>
          </a:p>
          <a:p>
            <a:pPr lvl="1"/>
            <a:r>
              <a:rPr lang="es-ES" dirty="0"/>
              <a:t>Identidad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8027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Ejemplos cotidianos</a:t>
            </a:r>
          </a:p>
          <a:p>
            <a:r>
              <a:rPr lang="es-ES" dirty="0"/>
              <a:t>Una bicicleta</a:t>
            </a:r>
          </a:p>
          <a:p>
            <a:pPr lvl="1"/>
            <a:r>
              <a:rPr lang="es-ES" dirty="0"/>
              <a:t>Estado</a:t>
            </a:r>
          </a:p>
          <a:p>
            <a:pPr lvl="2"/>
            <a:r>
              <a:rPr lang="es-ES" dirty="0"/>
              <a:t>Color </a:t>
            </a:r>
          </a:p>
          <a:p>
            <a:pPr lvl="2"/>
            <a:r>
              <a:rPr lang="es-ES" dirty="0"/>
              <a:t>Marca </a:t>
            </a:r>
          </a:p>
          <a:p>
            <a:pPr lvl="2"/>
            <a:r>
              <a:rPr lang="es-ES" dirty="0"/>
              <a:t>Velocidad </a:t>
            </a:r>
          </a:p>
          <a:p>
            <a:pPr lvl="1"/>
            <a:r>
              <a:rPr lang="es-ES" dirty="0"/>
              <a:t>Comportamiento</a:t>
            </a:r>
          </a:p>
          <a:p>
            <a:pPr lvl="2"/>
            <a:r>
              <a:rPr lang="es-ES" dirty="0"/>
              <a:t>Frenar </a:t>
            </a:r>
          </a:p>
          <a:p>
            <a:pPr lvl="2"/>
            <a:r>
              <a:rPr lang="es-ES" dirty="0"/>
              <a:t>Pedalear </a:t>
            </a:r>
          </a:p>
          <a:p>
            <a:pPr lvl="2"/>
            <a:r>
              <a:rPr lang="es-ES" dirty="0"/>
              <a:t>Girar</a:t>
            </a:r>
          </a:p>
          <a:p>
            <a:r>
              <a:rPr lang="es-ES" dirty="0"/>
              <a:t>Una televisión</a:t>
            </a:r>
          </a:p>
          <a:p>
            <a:pPr lvl="1"/>
            <a:r>
              <a:rPr lang="es-ES" dirty="0"/>
              <a:t>Estado</a:t>
            </a:r>
          </a:p>
          <a:p>
            <a:pPr lvl="2"/>
            <a:r>
              <a:rPr lang="es-ES" dirty="0"/>
              <a:t>Canal </a:t>
            </a:r>
          </a:p>
          <a:p>
            <a:pPr lvl="2"/>
            <a:r>
              <a:rPr lang="es-ES" dirty="0"/>
              <a:t>Volumen </a:t>
            </a:r>
          </a:p>
          <a:p>
            <a:pPr lvl="2"/>
            <a:r>
              <a:rPr lang="es-ES" dirty="0"/>
              <a:t>Encendida </a:t>
            </a:r>
          </a:p>
          <a:p>
            <a:pPr lvl="1"/>
            <a:r>
              <a:rPr lang="es-ES" dirty="0"/>
              <a:t>Comportamiento</a:t>
            </a:r>
          </a:p>
          <a:p>
            <a:pPr lvl="2"/>
            <a:r>
              <a:rPr lang="es-ES" dirty="0"/>
              <a:t>Encender </a:t>
            </a:r>
          </a:p>
          <a:p>
            <a:pPr lvl="2"/>
            <a:r>
              <a:rPr lang="es-ES" dirty="0"/>
              <a:t>Apagar </a:t>
            </a:r>
          </a:p>
          <a:p>
            <a:pPr lvl="2"/>
            <a:r>
              <a:rPr lang="es-ES" dirty="0"/>
              <a:t>Cambiar canal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1636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En Python</a:t>
            </a:r>
          </a:p>
          <a:p>
            <a:pPr lvl="1"/>
            <a:r>
              <a:rPr lang="es-ES" dirty="0"/>
              <a:t>Creamos una clase.</a:t>
            </a:r>
          </a:p>
          <a:p>
            <a:pPr lvl="1"/>
            <a:r>
              <a:rPr lang="es-ES" dirty="0"/>
              <a:t>Luego construimos objetos.</a:t>
            </a:r>
          </a:p>
          <a:p>
            <a:endParaRPr lang="es-CL" dirty="0" smtClean="0"/>
          </a:p>
          <a:p>
            <a:r>
              <a:rPr lang="es-CL" dirty="0" err="1" smtClean="0"/>
              <a:t>class</a:t>
            </a:r>
            <a:r>
              <a:rPr lang="es-CL" dirty="0" smtClean="0"/>
              <a:t> </a:t>
            </a:r>
            <a:r>
              <a:rPr lang="es-CL" dirty="0"/>
              <a:t>Auto:</a:t>
            </a:r>
          </a:p>
          <a:p>
            <a:r>
              <a:rPr lang="es-CL" dirty="0"/>
              <a:t>    </a:t>
            </a:r>
            <a:r>
              <a:rPr lang="es-CL" dirty="0" err="1"/>
              <a:t>pass</a:t>
            </a:r>
            <a:endParaRPr lang="es-CL" dirty="0"/>
          </a:p>
          <a:p>
            <a:endParaRPr lang="es-CL" dirty="0"/>
          </a:p>
          <a:p>
            <a:r>
              <a:rPr lang="es-CL" dirty="0"/>
              <a:t>auto1 = Auto()</a:t>
            </a:r>
          </a:p>
          <a:p>
            <a:r>
              <a:rPr lang="es-CL" dirty="0"/>
              <a:t>auto2 = Auto</a:t>
            </a:r>
            <a:r>
              <a:rPr lang="es-CL" dirty="0" smtClean="0"/>
              <a:t>()</a:t>
            </a:r>
          </a:p>
          <a:p>
            <a:endParaRPr lang="es-ES" dirty="0" smtClean="0"/>
          </a:p>
          <a:p>
            <a:r>
              <a:rPr lang="es-ES" dirty="0" smtClean="0"/>
              <a:t>auto1 </a:t>
            </a:r>
            <a:r>
              <a:rPr lang="es-ES" dirty="0"/>
              <a:t>y auto2 son objetos distintos.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63739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¿Qué es una Clase?</a:t>
            </a:r>
          </a:p>
          <a:p>
            <a:r>
              <a:rPr lang="es-ES" dirty="0"/>
              <a:t>Una clase es un molde.</a:t>
            </a:r>
          </a:p>
          <a:p>
            <a:pPr lvl="1"/>
            <a:r>
              <a:rPr lang="es-ES" dirty="0"/>
              <a:t>Como un plano de una casa.</a:t>
            </a:r>
          </a:p>
          <a:p>
            <a:pPr lvl="1"/>
            <a:r>
              <a:rPr lang="es-ES" dirty="0"/>
              <a:t>Con un plano podemos construir muchas casas.</a:t>
            </a:r>
          </a:p>
          <a:p>
            <a:r>
              <a:rPr lang="es-ES" dirty="0"/>
              <a:t>Con una clase podemos construir muchos objetos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5107709" y="4211781"/>
            <a:ext cx="1616363" cy="5172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Clase: Alumno</a:t>
            </a:r>
            <a:endParaRPr lang="es-CL" dirty="0"/>
          </a:p>
        </p:txBody>
      </p:sp>
      <p:sp>
        <p:nvSpPr>
          <p:cNvPr id="5" name="Rectángulo redondeado 4"/>
          <p:cNvSpPr/>
          <p:nvPr/>
        </p:nvSpPr>
        <p:spPr>
          <a:xfrm>
            <a:off x="5255490" y="5133254"/>
            <a:ext cx="1320800" cy="5172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Objetos</a:t>
            </a:r>
            <a:endParaRPr lang="es-CL" dirty="0"/>
          </a:p>
        </p:txBody>
      </p:sp>
      <p:sp>
        <p:nvSpPr>
          <p:cNvPr id="6" name="Rectángulo redondeado 5"/>
          <p:cNvSpPr/>
          <p:nvPr/>
        </p:nvSpPr>
        <p:spPr>
          <a:xfrm>
            <a:off x="1948872" y="5984080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Juan</a:t>
            </a:r>
            <a:endParaRPr lang="es-CL" dirty="0"/>
          </a:p>
        </p:txBody>
      </p:sp>
      <p:sp>
        <p:nvSpPr>
          <p:cNvPr id="7" name="Rectángulo redondeado 6"/>
          <p:cNvSpPr/>
          <p:nvPr/>
        </p:nvSpPr>
        <p:spPr>
          <a:xfrm>
            <a:off x="3722254" y="5984081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Pedro</a:t>
            </a:r>
            <a:endParaRPr lang="es-CL" dirty="0"/>
          </a:p>
        </p:txBody>
      </p:sp>
      <p:sp>
        <p:nvSpPr>
          <p:cNvPr id="8" name="Rectángulo redondeado 7"/>
          <p:cNvSpPr/>
          <p:nvPr/>
        </p:nvSpPr>
        <p:spPr>
          <a:xfrm>
            <a:off x="6724072" y="5913726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María</a:t>
            </a:r>
            <a:endParaRPr lang="es-CL" dirty="0"/>
          </a:p>
        </p:txBody>
      </p:sp>
      <p:sp>
        <p:nvSpPr>
          <p:cNvPr id="9" name="Rectángulo redondeado 8"/>
          <p:cNvSpPr/>
          <p:nvPr/>
        </p:nvSpPr>
        <p:spPr>
          <a:xfrm>
            <a:off x="8497454" y="5893088"/>
            <a:ext cx="1385455" cy="52647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Ana</a:t>
            </a:r>
            <a:endParaRPr lang="es-CL" dirty="0"/>
          </a:p>
        </p:txBody>
      </p:sp>
      <p:cxnSp>
        <p:nvCxnSpPr>
          <p:cNvPr id="11" name="Conector recto de flecha 10"/>
          <p:cNvCxnSpPr/>
          <p:nvPr/>
        </p:nvCxnSpPr>
        <p:spPr>
          <a:xfrm flipH="1">
            <a:off x="5781964" y="4729018"/>
            <a:ext cx="9236" cy="404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>
            <a:stCxn id="5" idx="1"/>
          </p:cNvCxnSpPr>
          <p:nvPr/>
        </p:nvCxnSpPr>
        <p:spPr>
          <a:xfrm flipH="1">
            <a:off x="2447636" y="5391872"/>
            <a:ext cx="2807854" cy="52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 flipH="1">
            <a:off x="4511964" y="5650489"/>
            <a:ext cx="1076036" cy="333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>
            <a:stCxn id="5" idx="3"/>
            <a:endCxn id="9" idx="0"/>
          </p:cNvCxnSpPr>
          <p:nvPr/>
        </p:nvCxnSpPr>
        <p:spPr>
          <a:xfrm>
            <a:off x="6576290" y="5391872"/>
            <a:ext cx="2613892" cy="501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>
            <a:endCxn id="8" idx="0"/>
          </p:cNvCxnSpPr>
          <p:nvPr/>
        </p:nvCxnSpPr>
        <p:spPr>
          <a:xfrm>
            <a:off x="6331526" y="5650489"/>
            <a:ext cx="1085274" cy="263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00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En </a:t>
            </a:r>
            <a:r>
              <a:rPr lang="es-CL" dirty="0" smtClean="0"/>
              <a:t>Python:</a:t>
            </a:r>
          </a:p>
          <a:p>
            <a:r>
              <a:rPr lang="es-CL" dirty="0" err="1"/>
              <a:t>class</a:t>
            </a:r>
            <a:r>
              <a:rPr lang="es-CL" dirty="0"/>
              <a:t> Alumno:</a:t>
            </a:r>
          </a:p>
          <a:p>
            <a:r>
              <a:rPr lang="es-CL" dirty="0"/>
              <a:t>    </a:t>
            </a:r>
            <a:r>
              <a:rPr lang="es-CL" dirty="0" err="1" smtClean="0"/>
              <a:t>pass</a:t>
            </a:r>
            <a:endParaRPr lang="es-CL" dirty="0" smtClean="0"/>
          </a:p>
          <a:p>
            <a:endParaRPr lang="es-CL" dirty="0"/>
          </a:p>
          <a:p>
            <a:r>
              <a:rPr lang="es-CL" dirty="0"/>
              <a:t>alumno1 = Alumno()</a:t>
            </a:r>
          </a:p>
          <a:p>
            <a:r>
              <a:rPr lang="es-CL" dirty="0"/>
              <a:t>alumno2 = Alumno()</a:t>
            </a:r>
          </a:p>
        </p:txBody>
      </p:sp>
    </p:spTree>
    <p:extLst>
      <p:ext uri="{BB962C8B-B14F-4D97-AF65-F5344CB8AC3E}">
        <p14:creationId xmlns:p14="http://schemas.microsoft.com/office/powerpoint/2010/main" val="425798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Atributos</a:t>
            </a:r>
          </a:p>
          <a:p>
            <a:r>
              <a:rPr lang="es-ES" dirty="0" smtClean="0"/>
              <a:t>Los </a:t>
            </a:r>
            <a:r>
              <a:rPr lang="es-ES" dirty="0"/>
              <a:t>atributos representan las características del objeto</a:t>
            </a:r>
            <a:r>
              <a:rPr lang="es-ES" dirty="0" smtClean="0"/>
              <a:t>.</a:t>
            </a:r>
          </a:p>
          <a:p>
            <a:r>
              <a:rPr lang="es-ES" dirty="0" smtClean="0"/>
              <a:t>Ejemplo</a:t>
            </a:r>
          </a:p>
          <a:p>
            <a:r>
              <a:rPr lang="es-ES" dirty="0" smtClean="0"/>
              <a:t>Alumno</a:t>
            </a:r>
          </a:p>
          <a:p>
            <a:pPr lvl="1"/>
            <a:r>
              <a:rPr lang="es-ES" dirty="0" smtClean="0"/>
              <a:t>Tiene</a:t>
            </a:r>
          </a:p>
          <a:p>
            <a:pPr lvl="2"/>
            <a:r>
              <a:rPr lang="es-ES" dirty="0" smtClean="0"/>
              <a:t>Nombre</a:t>
            </a:r>
          </a:p>
          <a:p>
            <a:pPr lvl="2"/>
            <a:r>
              <a:rPr lang="es-ES" dirty="0" smtClean="0"/>
              <a:t>Edad</a:t>
            </a:r>
          </a:p>
          <a:p>
            <a:pPr lvl="2"/>
            <a:r>
              <a:rPr lang="es-ES" dirty="0" smtClean="0"/>
              <a:t>Carrera</a:t>
            </a:r>
          </a:p>
          <a:p>
            <a:pPr lvl="2"/>
            <a:r>
              <a:rPr lang="es-ES" dirty="0" smtClean="0"/>
              <a:t>promedio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6480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413164"/>
            <a:ext cx="10752000" cy="5116945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err="1" smtClean="0"/>
              <a:t>Código</a:t>
            </a:r>
            <a:endParaRPr lang="en-US" b="1" dirty="0" smtClean="0"/>
          </a:p>
          <a:p>
            <a:r>
              <a:rPr lang="es-ES" dirty="0" err="1"/>
              <a:t>class</a:t>
            </a:r>
            <a:r>
              <a:rPr lang="es-ES" dirty="0"/>
              <a:t> Alumno: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__</a:t>
            </a:r>
            <a:r>
              <a:rPr lang="es-ES" dirty="0" err="1"/>
              <a:t>init</a:t>
            </a:r>
            <a:r>
              <a:rPr lang="es-ES" dirty="0"/>
              <a:t>__(</a:t>
            </a:r>
            <a:r>
              <a:rPr lang="es-ES" dirty="0" err="1"/>
              <a:t>self,nombre,edad,carrera</a:t>
            </a:r>
            <a:r>
              <a:rPr lang="es-ES" dirty="0"/>
              <a:t>):</a:t>
            </a:r>
          </a:p>
          <a:p>
            <a:endParaRPr lang="es-ES" dirty="0"/>
          </a:p>
          <a:p>
            <a:r>
              <a:rPr lang="es-ES" dirty="0"/>
              <a:t>        </a:t>
            </a:r>
            <a:r>
              <a:rPr lang="es-ES" dirty="0" err="1"/>
              <a:t>self.nombre</a:t>
            </a:r>
            <a:r>
              <a:rPr lang="es-ES" dirty="0"/>
              <a:t> = nombre</a:t>
            </a:r>
          </a:p>
          <a:p>
            <a:r>
              <a:rPr lang="es-ES" dirty="0"/>
              <a:t>        </a:t>
            </a:r>
            <a:r>
              <a:rPr lang="es-ES" dirty="0" err="1"/>
              <a:t>self.edad</a:t>
            </a:r>
            <a:r>
              <a:rPr lang="es-ES" dirty="0"/>
              <a:t> = edad</a:t>
            </a:r>
          </a:p>
          <a:p>
            <a:r>
              <a:rPr lang="es-ES" dirty="0"/>
              <a:t>        </a:t>
            </a:r>
            <a:r>
              <a:rPr lang="es-ES" dirty="0" err="1"/>
              <a:t>self.carrera</a:t>
            </a:r>
            <a:r>
              <a:rPr lang="es-ES" dirty="0"/>
              <a:t> = </a:t>
            </a:r>
            <a:r>
              <a:rPr lang="es-ES" dirty="0" smtClean="0"/>
              <a:t>carrera</a:t>
            </a:r>
          </a:p>
          <a:p>
            <a:endParaRPr lang="en-US" dirty="0" smtClean="0"/>
          </a:p>
          <a:p>
            <a:r>
              <a:rPr lang="en-US" b="1" dirty="0" err="1" smtClean="0"/>
              <a:t>Crear</a:t>
            </a:r>
            <a:r>
              <a:rPr lang="en-US" b="1" dirty="0" smtClean="0"/>
              <a:t> </a:t>
            </a:r>
            <a:r>
              <a:rPr lang="en-US" b="1" dirty="0" err="1" smtClean="0"/>
              <a:t>objeto</a:t>
            </a:r>
            <a:endParaRPr lang="en-US" b="1" dirty="0" smtClean="0"/>
          </a:p>
          <a:p>
            <a:r>
              <a:rPr lang="es-ES" dirty="0"/>
              <a:t>a1 = Alumno("Juan",20,"Informática</a:t>
            </a:r>
            <a:r>
              <a:rPr lang="es-ES" dirty="0" smtClean="0"/>
              <a:t>")</a:t>
            </a:r>
          </a:p>
          <a:p>
            <a:endParaRPr lang="en-US" dirty="0" smtClean="0"/>
          </a:p>
          <a:p>
            <a:r>
              <a:rPr lang="en-US" b="1" dirty="0" err="1" smtClean="0"/>
              <a:t>Acceder</a:t>
            </a:r>
            <a:endParaRPr lang="en-US" b="1" dirty="0" smtClean="0"/>
          </a:p>
          <a:p>
            <a:r>
              <a:rPr lang="es-CL" dirty="0" err="1"/>
              <a:t>print</a:t>
            </a:r>
            <a:r>
              <a:rPr lang="es-CL" dirty="0"/>
              <a:t>(a1.nombre)</a:t>
            </a:r>
          </a:p>
          <a:p>
            <a:r>
              <a:rPr lang="es-CL" dirty="0" err="1"/>
              <a:t>print</a:t>
            </a:r>
            <a:r>
              <a:rPr lang="es-CL" dirty="0"/>
              <a:t>(a1.edad)</a:t>
            </a:r>
          </a:p>
          <a:p>
            <a:r>
              <a:rPr lang="es-CL" dirty="0" err="1"/>
              <a:t>print</a:t>
            </a:r>
            <a:r>
              <a:rPr lang="es-CL" dirty="0"/>
              <a:t>(a1.carrera</a:t>
            </a:r>
            <a:r>
              <a:rPr lang="es-CL" dirty="0" smtClean="0"/>
              <a:t>)</a:t>
            </a:r>
          </a:p>
          <a:p>
            <a:endParaRPr lang="en-US" dirty="0" smtClean="0"/>
          </a:p>
          <a:p>
            <a:r>
              <a:rPr lang="en-US" dirty="0" err="1" smtClean="0"/>
              <a:t>Resultado</a:t>
            </a:r>
            <a:endParaRPr lang="en-US" dirty="0" smtClean="0"/>
          </a:p>
          <a:p>
            <a:pPr lvl="1"/>
            <a:r>
              <a:rPr lang="es-CL" dirty="0"/>
              <a:t>Juan</a:t>
            </a:r>
          </a:p>
          <a:p>
            <a:pPr lvl="1"/>
            <a:r>
              <a:rPr lang="es-CL" dirty="0"/>
              <a:t>20</a:t>
            </a:r>
          </a:p>
          <a:p>
            <a:pPr lvl="1"/>
            <a:r>
              <a:rPr lang="es-CL" dirty="0"/>
              <a:t>Informática</a:t>
            </a:r>
          </a:p>
        </p:txBody>
      </p:sp>
    </p:spTree>
    <p:extLst>
      <p:ext uri="{BB962C8B-B14F-4D97-AF65-F5344CB8AC3E}">
        <p14:creationId xmlns:p14="http://schemas.microsoft.com/office/powerpoint/2010/main" val="23222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505527"/>
            <a:ext cx="10752000" cy="5126182"/>
          </a:xfrm>
        </p:spPr>
        <p:txBody>
          <a:bodyPr>
            <a:normAutofit fontScale="47500" lnSpcReduction="20000"/>
          </a:bodyPr>
          <a:lstStyle/>
          <a:p>
            <a:r>
              <a:rPr lang="es-ES" b="1" dirty="0" smtClean="0"/>
              <a:t>Comportamiento</a:t>
            </a:r>
          </a:p>
          <a:p>
            <a:pPr lvl="1"/>
            <a:r>
              <a:rPr lang="es-ES" dirty="0" smtClean="0"/>
              <a:t>Los </a:t>
            </a:r>
            <a:r>
              <a:rPr lang="es-ES" dirty="0"/>
              <a:t>comportamientos son las acciones del objeto</a:t>
            </a:r>
            <a:r>
              <a:rPr lang="es-ES" dirty="0" smtClean="0"/>
              <a:t>.</a:t>
            </a:r>
          </a:p>
          <a:p>
            <a:r>
              <a:rPr lang="es-ES" dirty="0" smtClean="0"/>
              <a:t>En </a:t>
            </a:r>
            <a:r>
              <a:rPr lang="es-ES" dirty="0"/>
              <a:t>programación son </a:t>
            </a:r>
            <a:r>
              <a:rPr lang="es-ES" b="1" dirty="0"/>
              <a:t>métodos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Ejemplo:</a:t>
            </a:r>
          </a:p>
          <a:p>
            <a:endParaRPr lang="es-ES" dirty="0" smtClean="0"/>
          </a:p>
          <a:p>
            <a:r>
              <a:rPr lang="es-ES" dirty="0" err="1"/>
              <a:t>class</a:t>
            </a:r>
            <a:r>
              <a:rPr lang="es-ES" dirty="0"/>
              <a:t> Alumno: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__</a:t>
            </a:r>
            <a:r>
              <a:rPr lang="es-ES" dirty="0" err="1"/>
              <a:t>init</a:t>
            </a:r>
            <a:r>
              <a:rPr lang="es-ES" dirty="0"/>
              <a:t>__(</a:t>
            </a:r>
            <a:r>
              <a:rPr lang="es-ES" dirty="0" err="1"/>
              <a:t>self,nombre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self.nombre</a:t>
            </a:r>
            <a:r>
              <a:rPr lang="es-ES" dirty="0"/>
              <a:t> = nombre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estudiar(</a:t>
            </a:r>
            <a:r>
              <a:rPr lang="es-ES" dirty="0" err="1"/>
              <a:t>self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self.nombre,"está</a:t>
            </a:r>
            <a:r>
              <a:rPr lang="es-ES" dirty="0"/>
              <a:t> estudiando</a:t>
            </a:r>
            <a:r>
              <a:rPr lang="es-ES" dirty="0" smtClean="0"/>
              <a:t>")</a:t>
            </a:r>
          </a:p>
          <a:p>
            <a:endParaRPr lang="es-ES" dirty="0"/>
          </a:p>
          <a:p>
            <a:r>
              <a:rPr lang="en-US" b="1" dirty="0" err="1" smtClean="0"/>
              <a:t>Uso</a:t>
            </a:r>
            <a:endParaRPr lang="en-US" b="1" dirty="0" smtClean="0"/>
          </a:p>
          <a:p>
            <a:r>
              <a:rPr lang="es-ES" dirty="0"/>
              <a:t>a = Alumno("Carlos")</a:t>
            </a:r>
          </a:p>
          <a:p>
            <a:r>
              <a:rPr lang="es-ES" dirty="0" err="1" smtClean="0"/>
              <a:t>a.estudiar</a:t>
            </a:r>
            <a:r>
              <a:rPr lang="es-ES" dirty="0" smtClean="0"/>
              <a:t>()</a:t>
            </a:r>
          </a:p>
          <a:p>
            <a:endParaRPr lang="es-ES" dirty="0"/>
          </a:p>
          <a:p>
            <a:r>
              <a:rPr lang="en-US" b="1" dirty="0" err="1" smtClean="0"/>
              <a:t>Resultado</a:t>
            </a:r>
            <a:endParaRPr lang="en-US" b="1" dirty="0" smtClean="0"/>
          </a:p>
          <a:p>
            <a:pPr lvl="1"/>
            <a:r>
              <a:rPr lang="es-ES" dirty="0"/>
              <a:t>Carlos está estudiando</a:t>
            </a:r>
            <a:endParaRPr lang="es-ES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283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505527"/>
            <a:ext cx="10752000" cy="5126182"/>
          </a:xfrm>
        </p:spPr>
        <p:txBody>
          <a:bodyPr>
            <a:normAutofit fontScale="85000" lnSpcReduction="20000"/>
          </a:bodyPr>
          <a:lstStyle/>
          <a:p>
            <a:r>
              <a:rPr lang="es-ES" dirty="0" smtClean="0"/>
              <a:t>Otro ejemplo:</a:t>
            </a:r>
          </a:p>
          <a:p>
            <a:endParaRPr lang="es-ES" dirty="0" smtClean="0"/>
          </a:p>
          <a:p>
            <a:r>
              <a:rPr lang="en-US" dirty="0"/>
              <a:t>class </a:t>
            </a:r>
            <a:r>
              <a:rPr lang="en-US" dirty="0" err="1"/>
              <a:t>Perro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ladrar</a:t>
            </a:r>
            <a:r>
              <a:rPr lang="en-US" dirty="0"/>
              <a:t>(self):</a:t>
            </a:r>
          </a:p>
          <a:p>
            <a:r>
              <a:rPr lang="en-US" dirty="0"/>
              <a:t>        print("</a:t>
            </a:r>
            <a:r>
              <a:rPr lang="en-US" dirty="0" err="1"/>
              <a:t>Guau</a:t>
            </a:r>
            <a:r>
              <a:rPr lang="en-US" dirty="0"/>
              <a:t>")</a:t>
            </a:r>
            <a:endParaRPr lang="es-ES" dirty="0" smtClean="0"/>
          </a:p>
          <a:p>
            <a:endParaRPr lang="es-ES" dirty="0"/>
          </a:p>
          <a:p>
            <a:r>
              <a:rPr lang="en-US" b="1" dirty="0" err="1" smtClean="0"/>
              <a:t>Uso</a:t>
            </a:r>
            <a:endParaRPr lang="en-US" b="1" dirty="0" smtClean="0"/>
          </a:p>
          <a:p>
            <a:r>
              <a:rPr lang="es-ES" dirty="0" smtClean="0"/>
              <a:t>p </a:t>
            </a:r>
            <a:r>
              <a:rPr lang="es-ES" dirty="0"/>
              <a:t>= </a:t>
            </a:r>
            <a:r>
              <a:rPr lang="es-ES" dirty="0" smtClean="0"/>
              <a:t>Perro()</a:t>
            </a:r>
            <a:endParaRPr lang="es-ES" dirty="0"/>
          </a:p>
          <a:p>
            <a:r>
              <a:rPr lang="es-ES" dirty="0" err="1" smtClean="0"/>
              <a:t>p.ladrar</a:t>
            </a:r>
            <a:r>
              <a:rPr lang="es-ES" dirty="0" smtClean="0"/>
              <a:t>()</a:t>
            </a:r>
          </a:p>
          <a:p>
            <a:endParaRPr lang="es-ES" dirty="0"/>
          </a:p>
          <a:p>
            <a:r>
              <a:rPr lang="en-US" b="1" dirty="0" err="1" smtClean="0"/>
              <a:t>Resultado</a:t>
            </a:r>
            <a:endParaRPr lang="en-US" b="1" dirty="0" smtClean="0"/>
          </a:p>
          <a:p>
            <a:pPr lvl="1"/>
            <a:r>
              <a:rPr lang="es-ES" dirty="0" smtClean="0"/>
              <a:t>Guau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891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560946"/>
            <a:ext cx="10752000" cy="4941454"/>
          </a:xfrm>
        </p:spPr>
        <p:txBody>
          <a:bodyPr>
            <a:normAutofit fontScale="55000" lnSpcReduction="20000"/>
          </a:bodyPr>
          <a:lstStyle/>
          <a:p>
            <a:r>
              <a:rPr lang="es-ES" b="1" dirty="0"/>
              <a:t>Estado de un objeto</a:t>
            </a:r>
          </a:p>
          <a:p>
            <a:r>
              <a:rPr lang="es-ES" dirty="0"/>
              <a:t>El estado corresponde a los valores actuales de sus atributos.</a:t>
            </a:r>
          </a:p>
          <a:p>
            <a:r>
              <a:rPr lang="es-CL" dirty="0" smtClean="0"/>
              <a:t>Ejemplo:</a:t>
            </a:r>
          </a:p>
          <a:p>
            <a:endParaRPr lang="es-ES" dirty="0" smtClean="0"/>
          </a:p>
          <a:p>
            <a:r>
              <a:rPr lang="es-ES" b="1" dirty="0" smtClean="0"/>
              <a:t>Auto</a:t>
            </a:r>
            <a:endParaRPr lang="es-ES" b="1" dirty="0"/>
          </a:p>
          <a:p>
            <a:endParaRPr lang="es-ES" dirty="0"/>
          </a:p>
          <a:p>
            <a:r>
              <a:rPr lang="es-ES" dirty="0"/>
              <a:t>Marca = Toyota</a:t>
            </a:r>
          </a:p>
          <a:p>
            <a:r>
              <a:rPr lang="es-ES" dirty="0"/>
              <a:t>Color = Azul</a:t>
            </a:r>
          </a:p>
          <a:p>
            <a:r>
              <a:rPr lang="es-ES" dirty="0"/>
              <a:t>Velocidad = </a:t>
            </a:r>
            <a:r>
              <a:rPr lang="es-ES" dirty="0" smtClean="0"/>
              <a:t>80</a:t>
            </a:r>
          </a:p>
          <a:p>
            <a:endParaRPr lang="es-ES" dirty="0" smtClean="0"/>
          </a:p>
          <a:p>
            <a:r>
              <a:rPr lang="en-US" b="1" dirty="0"/>
              <a:t>Si cambia la </a:t>
            </a:r>
            <a:r>
              <a:rPr lang="en-US" b="1" dirty="0" err="1"/>
              <a:t>velocidad</a:t>
            </a:r>
            <a:r>
              <a:rPr lang="en-US" b="1" dirty="0" smtClean="0"/>
              <a:t>...</a:t>
            </a:r>
          </a:p>
          <a:p>
            <a:endParaRPr lang="es-ES" dirty="0" smtClean="0"/>
          </a:p>
          <a:p>
            <a:r>
              <a:rPr lang="es-ES" dirty="0" smtClean="0"/>
              <a:t>Marca </a:t>
            </a:r>
            <a:r>
              <a:rPr lang="es-ES" dirty="0"/>
              <a:t>= Toyota</a:t>
            </a:r>
          </a:p>
          <a:p>
            <a:r>
              <a:rPr lang="es-ES" dirty="0"/>
              <a:t>Color = Azul</a:t>
            </a:r>
          </a:p>
          <a:p>
            <a:r>
              <a:rPr lang="es-ES" dirty="0"/>
              <a:t>Velocidad = </a:t>
            </a:r>
            <a:r>
              <a:rPr lang="es-ES" dirty="0" smtClean="0"/>
              <a:t>100</a:t>
            </a:r>
          </a:p>
          <a:p>
            <a:endParaRPr lang="es-ES" dirty="0"/>
          </a:p>
          <a:p>
            <a:r>
              <a:rPr lang="en-US" b="1" dirty="0" err="1"/>
              <a:t>Cambió</a:t>
            </a:r>
            <a:r>
              <a:rPr lang="en-US" b="1" dirty="0"/>
              <a:t> el </a:t>
            </a:r>
            <a:r>
              <a:rPr lang="en-US" b="1" dirty="0" err="1"/>
              <a:t>estado</a:t>
            </a:r>
            <a:r>
              <a:rPr lang="en-US" b="1" dirty="0"/>
              <a:t>.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5637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450109"/>
            <a:ext cx="10752000" cy="5163127"/>
          </a:xfrm>
        </p:spPr>
        <p:txBody>
          <a:bodyPr>
            <a:normAutofit fontScale="55000" lnSpcReduction="20000"/>
          </a:bodyPr>
          <a:lstStyle/>
          <a:p>
            <a:r>
              <a:rPr lang="es-CL" b="1" dirty="0" smtClean="0"/>
              <a:t>Código</a:t>
            </a:r>
          </a:p>
          <a:p>
            <a:r>
              <a:rPr lang="es-CL" dirty="0" err="1"/>
              <a:t>class</a:t>
            </a:r>
            <a:r>
              <a:rPr lang="es-CL" dirty="0"/>
              <a:t> Auto: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 smtClean="0"/>
              <a:t>        </a:t>
            </a:r>
            <a:r>
              <a:rPr lang="es-CL" dirty="0" err="1"/>
              <a:t>self.velocidad</a:t>
            </a:r>
            <a:r>
              <a:rPr lang="es-CL" dirty="0"/>
              <a:t> = 0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acelerar(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 smtClean="0"/>
              <a:t>        </a:t>
            </a:r>
            <a:r>
              <a:rPr lang="es-CL" dirty="0" err="1"/>
              <a:t>self.velocidad</a:t>
            </a:r>
            <a:r>
              <a:rPr lang="es-CL" dirty="0"/>
              <a:t> += </a:t>
            </a:r>
            <a:r>
              <a:rPr lang="es-CL" dirty="0" smtClean="0"/>
              <a:t>20</a:t>
            </a:r>
          </a:p>
          <a:p>
            <a:endParaRPr lang="es-CL" dirty="0"/>
          </a:p>
          <a:p>
            <a:r>
              <a:rPr lang="es-CL" b="1" dirty="0" smtClean="0"/>
              <a:t>Uso</a:t>
            </a:r>
          </a:p>
          <a:p>
            <a:r>
              <a:rPr lang="es-CL" dirty="0"/>
              <a:t>auto = Auto()</a:t>
            </a:r>
          </a:p>
          <a:p>
            <a:r>
              <a:rPr lang="es-CL" dirty="0" err="1" smtClean="0"/>
              <a:t>print</a:t>
            </a:r>
            <a:r>
              <a:rPr lang="es-CL" dirty="0" smtClean="0"/>
              <a:t>(</a:t>
            </a:r>
            <a:r>
              <a:rPr lang="es-CL" dirty="0" err="1" smtClean="0"/>
              <a:t>auto.velocidad</a:t>
            </a:r>
            <a:r>
              <a:rPr lang="es-CL" dirty="0"/>
              <a:t>)</a:t>
            </a:r>
          </a:p>
          <a:p>
            <a:r>
              <a:rPr lang="es-CL" dirty="0" err="1" smtClean="0"/>
              <a:t>auto.acelerar</a:t>
            </a:r>
            <a:r>
              <a:rPr lang="es-CL" dirty="0"/>
              <a:t>()</a:t>
            </a:r>
          </a:p>
          <a:p>
            <a:r>
              <a:rPr lang="es-CL" dirty="0" err="1" smtClean="0"/>
              <a:t>print</a:t>
            </a:r>
            <a:r>
              <a:rPr lang="es-CL" dirty="0" smtClean="0"/>
              <a:t>(</a:t>
            </a:r>
            <a:r>
              <a:rPr lang="es-CL" dirty="0" err="1" smtClean="0"/>
              <a:t>auto.velocidad</a:t>
            </a:r>
            <a:r>
              <a:rPr lang="es-CL" dirty="0" smtClean="0"/>
              <a:t>)</a:t>
            </a:r>
          </a:p>
          <a:p>
            <a:endParaRPr lang="es-CL" dirty="0"/>
          </a:p>
          <a:p>
            <a:r>
              <a:rPr lang="es-CL" b="1" dirty="0" smtClean="0"/>
              <a:t>Resultado</a:t>
            </a:r>
          </a:p>
          <a:p>
            <a:r>
              <a:rPr lang="es-CL" dirty="0" smtClean="0"/>
              <a:t>0</a:t>
            </a:r>
            <a:endParaRPr lang="es-CL" dirty="0"/>
          </a:p>
          <a:p>
            <a:r>
              <a:rPr lang="es-CL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6480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Accesibilidad</a:t>
            </a:r>
          </a:p>
          <a:p>
            <a:r>
              <a:rPr lang="es-ES" dirty="0"/>
              <a:t>En Python existen tres niveles por convención:</a:t>
            </a:r>
          </a:p>
          <a:p>
            <a:r>
              <a:rPr lang="en-US" b="1" dirty="0" err="1" smtClean="0"/>
              <a:t>Público</a:t>
            </a:r>
            <a:endParaRPr lang="en-US" b="1" dirty="0" smtClean="0"/>
          </a:p>
          <a:p>
            <a:pPr lvl="1"/>
            <a:r>
              <a:rPr lang="es-CL" dirty="0" err="1" smtClean="0"/>
              <a:t>self.nombre</a:t>
            </a:r>
            <a:endParaRPr lang="es-CL" dirty="0" smtClean="0"/>
          </a:p>
          <a:p>
            <a:pPr lvl="1"/>
            <a:r>
              <a:rPr lang="es-ES" dirty="0"/>
              <a:t>Se puede acceder desde cualquier parte</a:t>
            </a:r>
            <a:r>
              <a:rPr lang="es-ES" dirty="0" smtClean="0"/>
              <a:t>.</a:t>
            </a:r>
          </a:p>
          <a:p>
            <a:r>
              <a:rPr lang="en-US" b="1" dirty="0" err="1" smtClean="0"/>
              <a:t>Protegido</a:t>
            </a:r>
            <a:endParaRPr lang="en-US" b="1" dirty="0" smtClean="0"/>
          </a:p>
          <a:p>
            <a:pPr lvl="1"/>
            <a:r>
              <a:rPr lang="es-CL" dirty="0" err="1"/>
              <a:t>self</a:t>
            </a:r>
            <a:r>
              <a:rPr lang="es-CL" dirty="0"/>
              <a:t>._</a:t>
            </a:r>
            <a:r>
              <a:rPr lang="es-CL" dirty="0" smtClean="0"/>
              <a:t>nombre</a:t>
            </a:r>
          </a:p>
          <a:p>
            <a:pPr lvl="1"/>
            <a:r>
              <a:rPr lang="es-ES" dirty="0"/>
              <a:t>Por convención, indica que no debería accederse directamente desde fuera de la clase</a:t>
            </a:r>
            <a:r>
              <a:rPr lang="es-ES" dirty="0" smtClean="0"/>
              <a:t>.</a:t>
            </a:r>
          </a:p>
          <a:p>
            <a:r>
              <a:rPr lang="en-US" b="1" dirty="0" err="1" smtClean="0"/>
              <a:t>Privado</a:t>
            </a:r>
            <a:endParaRPr lang="en-US" b="1" dirty="0" smtClean="0"/>
          </a:p>
          <a:p>
            <a:pPr lvl="1"/>
            <a:r>
              <a:rPr lang="es-CL" dirty="0" err="1"/>
              <a:t>self</a:t>
            </a:r>
            <a:r>
              <a:rPr lang="es-CL" dirty="0"/>
              <a:t>.__</a:t>
            </a:r>
            <a:r>
              <a:rPr lang="es-CL" dirty="0" smtClean="0"/>
              <a:t>saldo</a:t>
            </a:r>
          </a:p>
          <a:p>
            <a:pPr lvl="1"/>
            <a:r>
              <a:rPr lang="es-ES" dirty="0"/>
              <a:t>Python realiza </a:t>
            </a:r>
            <a:r>
              <a:rPr lang="es-ES" i="1" dirty="0" err="1"/>
              <a:t>name</a:t>
            </a:r>
            <a:r>
              <a:rPr lang="es-ES" i="1" dirty="0"/>
              <a:t> </a:t>
            </a:r>
            <a:r>
              <a:rPr lang="es-ES" i="1" dirty="0" err="1"/>
              <a:t>mangling</a:t>
            </a:r>
            <a:r>
              <a:rPr lang="es-ES" dirty="0"/>
              <a:t> para dificultar el acceso directo</a:t>
            </a:r>
            <a:r>
              <a:rPr lang="es-ES" dirty="0" smtClean="0"/>
              <a:t>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24580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err="1" smtClean="0"/>
              <a:t>Name</a:t>
            </a:r>
            <a:r>
              <a:rPr lang="es-ES" b="1" dirty="0" smtClean="0"/>
              <a:t> </a:t>
            </a:r>
            <a:r>
              <a:rPr lang="es-ES" b="1" dirty="0" err="1"/>
              <a:t>mangling</a:t>
            </a:r>
            <a:r>
              <a:rPr lang="es-ES" b="1" dirty="0"/>
              <a:t> </a:t>
            </a:r>
            <a:r>
              <a:rPr lang="es-ES" dirty="0"/>
              <a:t>es el proceso mediante el cual Python transforma automáticamente un atributo llamado </a:t>
            </a:r>
            <a:r>
              <a:rPr lang="es-ES" b="1" dirty="0"/>
              <a:t>__atributo </a:t>
            </a:r>
            <a:r>
              <a:rPr lang="es-ES" dirty="0"/>
              <a:t>en </a:t>
            </a:r>
            <a:r>
              <a:rPr lang="es-ES" b="1" dirty="0"/>
              <a:t>_</a:t>
            </a:r>
            <a:r>
              <a:rPr lang="es-ES" b="1" dirty="0" err="1"/>
              <a:t>NombreDeLaClase</a:t>
            </a:r>
            <a:r>
              <a:rPr lang="es-ES" b="1" dirty="0"/>
              <a:t>__atributo</a:t>
            </a:r>
            <a:r>
              <a:rPr lang="es-ES" dirty="0"/>
              <a:t>. </a:t>
            </a:r>
            <a:endParaRPr lang="es-ES" dirty="0" smtClean="0"/>
          </a:p>
          <a:p>
            <a:r>
              <a:rPr lang="es-ES" dirty="0" smtClean="0"/>
              <a:t>Esto </a:t>
            </a:r>
            <a:r>
              <a:rPr lang="es-ES" dirty="0"/>
              <a:t>ayuda a evitar conflictos de nombres, especialmente cuando una clase es heredada, pero </a:t>
            </a:r>
            <a:r>
              <a:rPr lang="es-ES" b="1" dirty="0"/>
              <a:t>no impide completamente el acceso al atributo</a:t>
            </a:r>
            <a:r>
              <a:rPr lang="es-ES" dirty="0"/>
              <a:t>; simplemente lo hace menos directo. </a:t>
            </a:r>
            <a:endParaRPr lang="es-ES" dirty="0" smtClean="0"/>
          </a:p>
          <a:p>
            <a:r>
              <a:rPr lang="es-ES" dirty="0" smtClean="0"/>
              <a:t>Es </a:t>
            </a:r>
            <a:r>
              <a:rPr lang="es-ES" dirty="0"/>
              <a:t>una herramienta para proteger la implementación interna de una clase, no un mecanismo de seguridad.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74456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CL" dirty="0" smtClean="0"/>
              <a:t>Ejemplo:</a:t>
            </a:r>
          </a:p>
          <a:p>
            <a:endParaRPr lang="es-CL" dirty="0" smtClean="0"/>
          </a:p>
          <a:p>
            <a:r>
              <a:rPr lang="es-ES" dirty="0" err="1"/>
              <a:t>class</a:t>
            </a:r>
            <a:r>
              <a:rPr lang="es-ES" dirty="0"/>
              <a:t> Cuenta:</a:t>
            </a:r>
          </a:p>
          <a:p>
            <a:endParaRPr lang="es-ES" dirty="0"/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__</a:t>
            </a:r>
            <a:r>
              <a:rPr lang="es-ES" dirty="0" err="1"/>
              <a:t>init</a:t>
            </a:r>
            <a:r>
              <a:rPr lang="es-ES" dirty="0"/>
              <a:t>__(</a:t>
            </a:r>
            <a:r>
              <a:rPr lang="es-ES" dirty="0" err="1"/>
              <a:t>self</a:t>
            </a:r>
            <a:r>
              <a:rPr lang="es-ES" dirty="0" smtClean="0"/>
              <a:t>):</a:t>
            </a:r>
            <a:endParaRPr lang="es-ES" dirty="0"/>
          </a:p>
          <a:p>
            <a:r>
              <a:rPr lang="es-ES" dirty="0"/>
              <a:t>        </a:t>
            </a:r>
            <a:r>
              <a:rPr lang="es-ES" dirty="0" err="1"/>
              <a:t>self</a:t>
            </a:r>
            <a:r>
              <a:rPr lang="es-ES" dirty="0"/>
              <a:t>.__saldo = 1000</a:t>
            </a:r>
          </a:p>
          <a:p>
            <a:endParaRPr lang="es-ES" dirty="0"/>
          </a:p>
          <a:p>
            <a:r>
              <a:rPr lang="es-ES" dirty="0"/>
              <a:t>cuenta = Cuenta</a:t>
            </a:r>
            <a:r>
              <a:rPr lang="es-ES" dirty="0" smtClean="0"/>
              <a:t>()</a:t>
            </a:r>
            <a:endParaRPr lang="es-ES" dirty="0"/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cuenta.__saldo</a:t>
            </a:r>
            <a:r>
              <a:rPr lang="es-ES" dirty="0" smtClean="0"/>
              <a:t>)</a:t>
            </a:r>
          </a:p>
          <a:p>
            <a:endParaRPr lang="es-ES" dirty="0"/>
          </a:p>
          <a:p>
            <a:r>
              <a:rPr lang="es-ES" b="1" dirty="0" smtClean="0"/>
              <a:t>Resultado</a:t>
            </a:r>
          </a:p>
          <a:p>
            <a:pPr lvl="1"/>
            <a:r>
              <a:rPr lang="es-CL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7523048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Componentes</a:t>
            </a:r>
            <a:r>
              <a:rPr lang="en-US" dirty="0"/>
              <a:t> de la POO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385456"/>
            <a:ext cx="10752000" cy="5273962"/>
          </a:xfrm>
        </p:spPr>
        <p:txBody>
          <a:bodyPr>
            <a:normAutofit fontScale="32500" lnSpcReduction="20000"/>
          </a:bodyPr>
          <a:lstStyle/>
          <a:p>
            <a:r>
              <a:rPr lang="es-ES" b="1" dirty="0"/>
              <a:t>La forma correcta es proporcionar métodos de acceso</a:t>
            </a:r>
            <a:r>
              <a:rPr lang="es-E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Cuenta: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</a:t>
            </a:r>
            <a:r>
              <a:rPr lang="es-CL" dirty="0"/>
              <a:t>.__saldo = 1000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</a:t>
            </a:r>
            <a:r>
              <a:rPr lang="es-CL" dirty="0" err="1"/>
              <a:t>consultar_saldo</a:t>
            </a:r>
            <a:r>
              <a:rPr lang="es-CL" dirty="0"/>
              <a:t>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</a:t>
            </a:r>
            <a:r>
              <a:rPr lang="es-CL" dirty="0" err="1"/>
              <a:t>self</a:t>
            </a:r>
            <a:r>
              <a:rPr lang="es-CL" dirty="0"/>
              <a:t>.__saldo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depositar(</a:t>
            </a:r>
            <a:r>
              <a:rPr lang="es-CL" dirty="0" err="1"/>
              <a:t>self</a:t>
            </a:r>
            <a:r>
              <a:rPr lang="es-CL" dirty="0"/>
              <a:t>, monto):</a:t>
            </a:r>
          </a:p>
          <a:p>
            <a:r>
              <a:rPr lang="es-CL" dirty="0"/>
              <a:t>        </a:t>
            </a:r>
            <a:r>
              <a:rPr lang="es-CL" dirty="0" err="1"/>
              <a:t>if</a:t>
            </a:r>
            <a:r>
              <a:rPr lang="es-CL" dirty="0"/>
              <a:t> monto &gt; 0:</a:t>
            </a:r>
          </a:p>
          <a:p>
            <a:r>
              <a:rPr lang="es-CL" dirty="0"/>
              <a:t>            </a:t>
            </a:r>
            <a:r>
              <a:rPr lang="es-CL" dirty="0" err="1"/>
              <a:t>self</a:t>
            </a:r>
            <a:r>
              <a:rPr lang="es-CL" dirty="0"/>
              <a:t>.__saldo += </a:t>
            </a:r>
            <a:r>
              <a:rPr lang="es-CL" dirty="0" smtClean="0"/>
              <a:t>monto</a:t>
            </a:r>
          </a:p>
          <a:p>
            <a:endParaRPr lang="es-CL" b="1" dirty="0" smtClean="0"/>
          </a:p>
          <a:p>
            <a:r>
              <a:rPr lang="es-CL" b="1" dirty="0" smtClean="0"/>
              <a:t>Uso</a:t>
            </a:r>
          </a:p>
          <a:p>
            <a:r>
              <a:rPr lang="es-ES" dirty="0"/>
              <a:t>cuenta = Cuenta()</a:t>
            </a:r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cuenta.consultar_saldo</a:t>
            </a:r>
            <a:r>
              <a:rPr lang="es-ES" dirty="0"/>
              <a:t>())</a:t>
            </a:r>
          </a:p>
          <a:p>
            <a:r>
              <a:rPr lang="es-ES" dirty="0" err="1"/>
              <a:t>cuenta.depositar</a:t>
            </a:r>
            <a:r>
              <a:rPr lang="es-ES" dirty="0"/>
              <a:t>(500)</a:t>
            </a:r>
          </a:p>
          <a:p>
            <a:r>
              <a:rPr lang="es-ES" dirty="0" err="1"/>
              <a:t>print</a:t>
            </a:r>
            <a:r>
              <a:rPr lang="es-ES" dirty="0"/>
              <a:t>(</a:t>
            </a:r>
            <a:r>
              <a:rPr lang="es-ES" dirty="0" err="1"/>
              <a:t>cuenta.consultar_saldo</a:t>
            </a:r>
            <a:r>
              <a:rPr lang="es-ES" dirty="0" smtClean="0"/>
              <a:t>())</a:t>
            </a:r>
          </a:p>
          <a:p>
            <a:endParaRPr lang="es-ES" dirty="0" smtClean="0"/>
          </a:p>
          <a:p>
            <a:r>
              <a:rPr lang="es-ES" b="1" dirty="0" smtClean="0"/>
              <a:t>Resultado</a:t>
            </a:r>
          </a:p>
          <a:p>
            <a:r>
              <a:rPr lang="es-CL" dirty="0"/>
              <a:t>1000</a:t>
            </a:r>
          </a:p>
          <a:p>
            <a:r>
              <a:rPr lang="es-CL" dirty="0"/>
              <a:t>1500</a:t>
            </a:r>
          </a:p>
        </p:txBody>
      </p:sp>
    </p:spTree>
    <p:extLst>
      <p:ext uri="{BB962C8B-B14F-4D97-AF65-F5344CB8AC3E}">
        <p14:creationId xmlns:p14="http://schemas.microsoft.com/office/powerpoint/2010/main" val="89291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cinco propiedades fundamentales son:</a:t>
            </a:r>
          </a:p>
          <a:p>
            <a:pPr lvl="1"/>
            <a:r>
              <a:rPr lang="es-ES" dirty="0"/>
              <a:t>Abstracción </a:t>
            </a:r>
          </a:p>
          <a:p>
            <a:pPr lvl="1"/>
            <a:r>
              <a:rPr lang="es-ES" dirty="0"/>
              <a:t>Encapsulamiento </a:t>
            </a:r>
          </a:p>
          <a:p>
            <a:pPr lvl="1"/>
            <a:r>
              <a:rPr lang="es-ES" dirty="0"/>
              <a:t>Herencia </a:t>
            </a:r>
          </a:p>
          <a:p>
            <a:pPr lvl="1"/>
            <a:r>
              <a:rPr lang="es-ES" dirty="0"/>
              <a:t>Polimorfismo </a:t>
            </a:r>
          </a:p>
          <a:p>
            <a:pPr lvl="1"/>
            <a:r>
              <a:rPr lang="es-ES" dirty="0"/>
              <a:t>Sobrecarga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67494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/>
              <a:t>1. Abstracción</a:t>
            </a:r>
          </a:p>
          <a:p>
            <a:pPr lvl="1"/>
            <a:r>
              <a:rPr lang="es-ES" dirty="0"/>
              <a:t>La abstracción consiste en mostrar únicamente lo importante y ocultar la complejidad interna.</a:t>
            </a:r>
          </a:p>
          <a:p>
            <a:r>
              <a:rPr lang="es-ES" dirty="0"/>
              <a:t>Ejemplo cotidiano:</a:t>
            </a:r>
          </a:p>
          <a:p>
            <a:r>
              <a:rPr lang="es-ES" dirty="0"/>
              <a:t>Cuando conduces un automóvil solo utilizas:</a:t>
            </a:r>
          </a:p>
          <a:p>
            <a:pPr lvl="1"/>
            <a:r>
              <a:rPr lang="es-ES" dirty="0"/>
              <a:t>Volante </a:t>
            </a:r>
          </a:p>
          <a:p>
            <a:pPr lvl="1"/>
            <a:r>
              <a:rPr lang="es-ES" dirty="0"/>
              <a:t>Pedales </a:t>
            </a:r>
          </a:p>
          <a:p>
            <a:pPr lvl="1"/>
            <a:r>
              <a:rPr lang="es-ES" dirty="0"/>
              <a:t>Palanca de cambios </a:t>
            </a:r>
          </a:p>
          <a:p>
            <a:r>
              <a:rPr lang="es-ES" dirty="0"/>
              <a:t>No necesitas saber cómo funciona el motor internamente</a:t>
            </a:r>
            <a:r>
              <a:rPr lang="es-ES" dirty="0" smtClean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0650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En programación ocurre lo mismo</a:t>
            </a:r>
            <a:r>
              <a:rPr lang="es-ES" dirty="0" smtClean="0"/>
              <a:t>.</a:t>
            </a:r>
          </a:p>
          <a:p>
            <a:endParaRPr lang="es-ES" dirty="0"/>
          </a:p>
          <a:p>
            <a:r>
              <a:rPr lang="es-CL" b="1" dirty="0" err="1" smtClean="0"/>
              <a:t>class</a:t>
            </a:r>
            <a:r>
              <a:rPr lang="es-CL" b="1" dirty="0" smtClean="0"/>
              <a:t> </a:t>
            </a:r>
            <a:r>
              <a:rPr lang="es-CL" b="1" dirty="0"/>
              <a:t>Cafetera:</a:t>
            </a:r>
          </a:p>
          <a:p>
            <a:r>
              <a:rPr lang="es-CL" b="1" dirty="0"/>
              <a:t>    </a:t>
            </a:r>
            <a:r>
              <a:rPr lang="es-CL" b="1" dirty="0" err="1"/>
              <a:t>def</a:t>
            </a:r>
            <a:r>
              <a:rPr lang="es-CL" b="1" dirty="0"/>
              <a:t> </a:t>
            </a:r>
            <a:r>
              <a:rPr lang="es-CL" b="1" dirty="0" err="1"/>
              <a:t>preparar_cafe</a:t>
            </a:r>
            <a:r>
              <a:rPr lang="es-CL" b="1" dirty="0"/>
              <a:t>(</a:t>
            </a:r>
            <a:r>
              <a:rPr lang="es-CL" b="1" dirty="0" err="1"/>
              <a:t>self</a:t>
            </a:r>
            <a:r>
              <a:rPr lang="es-CL" b="1" dirty="0"/>
              <a:t>):</a:t>
            </a:r>
          </a:p>
          <a:p>
            <a:r>
              <a:rPr lang="es-CL" b="1" dirty="0"/>
              <a:t>        </a:t>
            </a:r>
            <a:r>
              <a:rPr lang="es-CL" b="1" dirty="0" err="1"/>
              <a:t>print</a:t>
            </a:r>
            <a:r>
              <a:rPr lang="es-CL" b="1" dirty="0"/>
              <a:t>("Preparando café</a:t>
            </a:r>
            <a:r>
              <a:rPr lang="es-CL" b="1" dirty="0" smtClean="0"/>
              <a:t>...")</a:t>
            </a:r>
          </a:p>
          <a:p>
            <a:endParaRPr lang="es-CL" dirty="0"/>
          </a:p>
          <a:p>
            <a:r>
              <a:rPr lang="en-US" dirty="0"/>
              <a:t>El </a:t>
            </a:r>
            <a:r>
              <a:rPr lang="en-US" dirty="0" err="1"/>
              <a:t>usuario</a:t>
            </a:r>
            <a:r>
              <a:rPr lang="en-US" dirty="0"/>
              <a:t> solo llama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s-CL" b="1" dirty="0"/>
              <a:t>cafetera = Cafetera()</a:t>
            </a:r>
          </a:p>
          <a:p>
            <a:r>
              <a:rPr lang="es-CL" b="1" dirty="0" err="1"/>
              <a:t>cafetera.preparar_cafe</a:t>
            </a:r>
            <a:r>
              <a:rPr lang="es-CL" b="1" dirty="0" smtClean="0"/>
              <a:t>()</a:t>
            </a:r>
          </a:p>
          <a:p>
            <a:endParaRPr lang="es-CL" dirty="0"/>
          </a:p>
          <a:p>
            <a:r>
              <a:rPr lang="es-CL" dirty="0" smtClean="0"/>
              <a:t>Resultado</a:t>
            </a:r>
          </a:p>
          <a:p>
            <a:pPr lvl="1"/>
            <a:r>
              <a:rPr lang="es-CL" b="1" dirty="0"/>
              <a:t>Preparando café...</a:t>
            </a:r>
          </a:p>
          <a:p>
            <a:r>
              <a:rPr lang="es-ES" dirty="0"/>
              <a:t>No necesita conocer el proceso interno.</a:t>
            </a:r>
            <a:endParaRPr lang="es-CL" dirty="0" smtClean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9693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690688"/>
            <a:ext cx="4664800" cy="5024147"/>
          </a:xfrm>
        </p:spPr>
        <p:txBody>
          <a:bodyPr>
            <a:normAutofit fontScale="47500" lnSpcReduction="20000"/>
          </a:bodyPr>
          <a:lstStyle/>
          <a:p>
            <a:r>
              <a:rPr lang="es-ES" b="1" dirty="0"/>
              <a:t>2. Encapsulamiento</a:t>
            </a:r>
          </a:p>
          <a:p>
            <a:pPr lvl="1"/>
            <a:r>
              <a:rPr lang="es-ES" dirty="0"/>
              <a:t>Consiste en proteger los datos del objeto para evitar modificaciones indebidas.</a:t>
            </a:r>
          </a:p>
          <a:p>
            <a:r>
              <a:rPr lang="es-ES" dirty="0"/>
              <a:t>Ejemplo</a:t>
            </a:r>
            <a:r>
              <a:rPr lang="es-ES" dirty="0" smtClean="0"/>
              <a:t>:</a:t>
            </a:r>
          </a:p>
          <a:p>
            <a:endParaRPr lang="es-ES" dirty="0"/>
          </a:p>
          <a:p>
            <a:r>
              <a:rPr lang="es-CL" dirty="0" err="1"/>
              <a:t>class</a:t>
            </a:r>
            <a:r>
              <a:rPr lang="es-CL" dirty="0"/>
              <a:t> </a:t>
            </a:r>
            <a:r>
              <a:rPr lang="es-CL" dirty="0" err="1"/>
              <a:t>CuentaBancaria</a:t>
            </a:r>
            <a:r>
              <a:rPr lang="es-CL" dirty="0"/>
              <a:t>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</a:t>
            </a:r>
            <a:r>
              <a:rPr lang="es-CL" dirty="0"/>
              <a:t>.__saldo = 0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depositar(</a:t>
            </a:r>
            <a:r>
              <a:rPr lang="es-CL" dirty="0" err="1"/>
              <a:t>self</a:t>
            </a:r>
            <a:r>
              <a:rPr lang="es-CL" dirty="0"/>
              <a:t>, monto):</a:t>
            </a:r>
          </a:p>
          <a:p>
            <a:r>
              <a:rPr lang="es-CL" dirty="0"/>
              <a:t>        </a:t>
            </a:r>
            <a:r>
              <a:rPr lang="es-CL" dirty="0" err="1"/>
              <a:t>if</a:t>
            </a:r>
            <a:r>
              <a:rPr lang="es-CL" dirty="0"/>
              <a:t> monto &gt; 0:</a:t>
            </a:r>
          </a:p>
          <a:p>
            <a:r>
              <a:rPr lang="es-CL" dirty="0"/>
              <a:t>            </a:t>
            </a:r>
            <a:r>
              <a:rPr lang="es-CL" dirty="0" err="1"/>
              <a:t>self</a:t>
            </a:r>
            <a:r>
              <a:rPr lang="es-CL" dirty="0"/>
              <a:t>.__saldo += monto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retirar(</a:t>
            </a:r>
            <a:r>
              <a:rPr lang="es-CL" dirty="0" err="1"/>
              <a:t>self</a:t>
            </a:r>
            <a:r>
              <a:rPr lang="es-CL" dirty="0"/>
              <a:t>, monto):</a:t>
            </a:r>
          </a:p>
          <a:p>
            <a:r>
              <a:rPr lang="es-CL" dirty="0"/>
              <a:t>        </a:t>
            </a:r>
            <a:r>
              <a:rPr lang="es-CL" dirty="0" err="1"/>
              <a:t>if</a:t>
            </a:r>
            <a:r>
              <a:rPr lang="es-CL" dirty="0"/>
              <a:t> 0 &lt; monto &lt;= </a:t>
            </a:r>
            <a:r>
              <a:rPr lang="es-CL" dirty="0" err="1"/>
              <a:t>self</a:t>
            </a:r>
            <a:r>
              <a:rPr lang="es-CL" dirty="0"/>
              <a:t>.__saldo:</a:t>
            </a:r>
          </a:p>
          <a:p>
            <a:r>
              <a:rPr lang="es-CL" dirty="0"/>
              <a:t>            </a:t>
            </a:r>
            <a:r>
              <a:rPr lang="es-CL" dirty="0" err="1"/>
              <a:t>self</a:t>
            </a:r>
            <a:r>
              <a:rPr lang="es-CL" dirty="0"/>
              <a:t>.__saldo -= monto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</a:t>
            </a:r>
            <a:r>
              <a:rPr lang="es-CL" dirty="0" err="1"/>
              <a:t>consultar_saldo</a:t>
            </a:r>
            <a:r>
              <a:rPr lang="es-CL" dirty="0"/>
              <a:t>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</a:t>
            </a:r>
            <a:r>
              <a:rPr lang="es-CL" dirty="0" err="1"/>
              <a:t>self</a:t>
            </a:r>
            <a:r>
              <a:rPr lang="es-CL" dirty="0"/>
              <a:t>.__saldo</a:t>
            </a:r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095999" y="1690688"/>
            <a:ext cx="5116945" cy="4750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/>
              <a:t>Uso</a:t>
            </a:r>
            <a:r>
              <a:rPr lang="en-US" sz="1300" dirty="0" smtClean="0"/>
              <a:t>:</a:t>
            </a:r>
          </a:p>
          <a:p>
            <a:endParaRPr lang="es-ES" sz="1300" dirty="0" smtClean="0"/>
          </a:p>
          <a:p>
            <a:r>
              <a:rPr lang="es-ES" sz="1300" dirty="0" smtClean="0"/>
              <a:t>cuenta </a:t>
            </a:r>
            <a:r>
              <a:rPr lang="es-ES" sz="1300" dirty="0"/>
              <a:t>= </a:t>
            </a:r>
            <a:r>
              <a:rPr lang="es-ES" sz="1300" dirty="0" err="1"/>
              <a:t>CuentaBancaria</a:t>
            </a:r>
            <a:r>
              <a:rPr lang="es-ES" sz="1300" dirty="0"/>
              <a:t>()</a:t>
            </a:r>
          </a:p>
          <a:p>
            <a:endParaRPr lang="es-ES" sz="1300" dirty="0"/>
          </a:p>
          <a:p>
            <a:r>
              <a:rPr lang="es-ES" sz="1300" dirty="0" err="1"/>
              <a:t>cuenta.depositar</a:t>
            </a:r>
            <a:r>
              <a:rPr lang="es-ES" sz="1300" dirty="0"/>
              <a:t>(500)</a:t>
            </a:r>
          </a:p>
          <a:p>
            <a:r>
              <a:rPr lang="es-ES" sz="1300" dirty="0" err="1"/>
              <a:t>cuenta.retirar</a:t>
            </a:r>
            <a:r>
              <a:rPr lang="es-ES" sz="1300" dirty="0"/>
              <a:t>(100)</a:t>
            </a:r>
          </a:p>
          <a:p>
            <a:endParaRPr lang="es-ES" sz="1300" dirty="0"/>
          </a:p>
          <a:p>
            <a:r>
              <a:rPr lang="es-ES" sz="1300" dirty="0" err="1"/>
              <a:t>print</a:t>
            </a:r>
            <a:r>
              <a:rPr lang="es-ES" sz="1300" dirty="0"/>
              <a:t>(</a:t>
            </a:r>
            <a:r>
              <a:rPr lang="es-ES" sz="1300" dirty="0" err="1"/>
              <a:t>cuenta.consultar_saldo</a:t>
            </a:r>
            <a:r>
              <a:rPr lang="es-ES" sz="1300" dirty="0" smtClean="0"/>
              <a:t>())</a:t>
            </a:r>
          </a:p>
          <a:p>
            <a:endParaRPr lang="es-ES" dirty="0" smtClean="0"/>
          </a:p>
          <a:p>
            <a:r>
              <a:rPr lang="es-ES" sz="1300" dirty="0" smtClean="0"/>
              <a:t>Resultado</a:t>
            </a:r>
          </a:p>
          <a:p>
            <a:pPr lvl="1"/>
            <a:r>
              <a:rPr lang="es-ES" sz="1300" dirty="0" smtClean="0"/>
              <a:t>400</a:t>
            </a:r>
            <a:endParaRPr lang="es-ES" sz="1300" dirty="0"/>
          </a:p>
          <a:p>
            <a:pPr marL="0" indent="0">
              <a:buNone/>
            </a:pP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11445935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4"/>
            <a:ext cx="10752000" cy="4778375"/>
          </a:xfrm>
        </p:spPr>
        <p:txBody>
          <a:bodyPr/>
          <a:lstStyle/>
          <a:p>
            <a:r>
              <a:rPr lang="es-ES" b="1" dirty="0"/>
              <a:t>3. Herencia</a:t>
            </a:r>
          </a:p>
          <a:p>
            <a:pPr lvl="1"/>
            <a:r>
              <a:rPr lang="es-ES" dirty="0"/>
              <a:t>Permite que una clase reutilice atributos y métodos de otra.</a:t>
            </a:r>
          </a:p>
          <a:p>
            <a:r>
              <a:rPr lang="es-ES" dirty="0"/>
              <a:t>Ejemplo:</a:t>
            </a:r>
          </a:p>
          <a:p>
            <a:endParaRPr lang="es-CL" dirty="0"/>
          </a:p>
        </p:txBody>
      </p:sp>
      <p:sp>
        <p:nvSpPr>
          <p:cNvPr id="4" name="Rectángulo redondeado 3"/>
          <p:cNvSpPr/>
          <p:nvPr/>
        </p:nvSpPr>
        <p:spPr>
          <a:xfrm>
            <a:off x="4645890" y="3020291"/>
            <a:ext cx="1644073" cy="6927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Animal</a:t>
            </a:r>
            <a:endParaRPr lang="es-CL" dirty="0"/>
          </a:p>
        </p:txBody>
      </p:sp>
      <p:sp>
        <p:nvSpPr>
          <p:cNvPr id="5" name="Rectángulo redondeado 4"/>
          <p:cNvSpPr/>
          <p:nvPr/>
        </p:nvSpPr>
        <p:spPr>
          <a:xfrm>
            <a:off x="4645889" y="4359563"/>
            <a:ext cx="1644073" cy="711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Perro</a:t>
            </a:r>
            <a:endParaRPr lang="es-CL" dirty="0"/>
          </a:p>
        </p:txBody>
      </p:sp>
      <p:sp>
        <p:nvSpPr>
          <p:cNvPr id="6" name="Rectángulo redondeado 5"/>
          <p:cNvSpPr/>
          <p:nvPr/>
        </p:nvSpPr>
        <p:spPr>
          <a:xfrm>
            <a:off x="4645889" y="5717308"/>
            <a:ext cx="1644073" cy="729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Pastor Alemán</a:t>
            </a:r>
          </a:p>
        </p:txBody>
      </p:sp>
      <p:cxnSp>
        <p:nvCxnSpPr>
          <p:cNvPr id="8" name="Conector recto de flecha 7"/>
          <p:cNvCxnSpPr>
            <a:stCxn id="4" idx="2"/>
            <a:endCxn id="5" idx="0"/>
          </p:cNvCxnSpPr>
          <p:nvPr/>
        </p:nvCxnSpPr>
        <p:spPr>
          <a:xfrm flipH="1">
            <a:off x="5467926" y="3713019"/>
            <a:ext cx="1" cy="64654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>
            <a:stCxn id="5" idx="2"/>
            <a:endCxn id="6" idx="0"/>
          </p:cNvCxnSpPr>
          <p:nvPr/>
        </p:nvCxnSpPr>
        <p:spPr>
          <a:xfrm>
            <a:off x="5467926" y="5070763"/>
            <a:ext cx="0" cy="6465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2694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10752000" cy="4750666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 err="1"/>
              <a:t>Código</a:t>
            </a:r>
            <a:r>
              <a:rPr lang="en-U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Animal: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comer(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("Estoy comiendo")</a:t>
            </a:r>
          </a:p>
          <a:p>
            <a:endParaRPr lang="es-CL" dirty="0"/>
          </a:p>
          <a:p>
            <a:r>
              <a:rPr lang="es-CL" dirty="0" err="1"/>
              <a:t>class</a:t>
            </a:r>
            <a:r>
              <a:rPr lang="es-CL" dirty="0"/>
              <a:t> Perro(Animal):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ladrar(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("Guau</a:t>
            </a:r>
            <a:r>
              <a:rPr lang="es-CL" dirty="0" smtClean="0"/>
              <a:t>")</a:t>
            </a:r>
          </a:p>
          <a:p>
            <a:endParaRPr lang="es-CL" dirty="0"/>
          </a:p>
          <a:p>
            <a:r>
              <a:rPr lang="en-US" b="1" dirty="0" err="1"/>
              <a:t>Uso</a:t>
            </a:r>
            <a:r>
              <a:rPr lang="en-US" b="1" dirty="0" smtClean="0"/>
              <a:t>:</a:t>
            </a:r>
          </a:p>
          <a:p>
            <a:r>
              <a:rPr lang="es-CL" dirty="0"/>
              <a:t>p = Perro()</a:t>
            </a:r>
          </a:p>
          <a:p>
            <a:endParaRPr lang="es-CL" dirty="0"/>
          </a:p>
          <a:p>
            <a:r>
              <a:rPr lang="es-CL" dirty="0" err="1"/>
              <a:t>p.comer</a:t>
            </a:r>
            <a:r>
              <a:rPr lang="es-CL" dirty="0"/>
              <a:t>()</a:t>
            </a:r>
          </a:p>
          <a:p>
            <a:r>
              <a:rPr lang="es-CL" dirty="0" err="1"/>
              <a:t>p.ladrar</a:t>
            </a:r>
            <a:r>
              <a:rPr lang="es-CL" dirty="0" smtClean="0"/>
              <a:t>()</a:t>
            </a:r>
          </a:p>
          <a:p>
            <a:endParaRPr lang="es-CL" dirty="0"/>
          </a:p>
          <a:p>
            <a:r>
              <a:rPr lang="es-CL" b="1" dirty="0" smtClean="0"/>
              <a:t>Resultado</a:t>
            </a:r>
          </a:p>
          <a:p>
            <a:pPr lvl="1"/>
            <a:r>
              <a:rPr lang="es-CL" dirty="0"/>
              <a:t>Estoy comiendo</a:t>
            </a:r>
          </a:p>
          <a:p>
            <a:pPr lvl="1"/>
            <a:r>
              <a:rPr lang="es-CL" dirty="0"/>
              <a:t>Guau</a:t>
            </a:r>
          </a:p>
        </p:txBody>
      </p:sp>
    </p:spTree>
    <p:extLst>
      <p:ext uri="{BB962C8B-B14F-4D97-AF65-F5344CB8AC3E}">
        <p14:creationId xmlns:p14="http://schemas.microsoft.com/office/powerpoint/2010/main" val="38918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4"/>
            <a:ext cx="10752000" cy="4843031"/>
          </a:xfrm>
        </p:spPr>
        <p:txBody>
          <a:bodyPr>
            <a:normAutofit fontScale="40000" lnSpcReduction="20000"/>
          </a:bodyPr>
          <a:lstStyle/>
          <a:p>
            <a:r>
              <a:rPr lang="es-ES" b="1" dirty="0"/>
              <a:t>4. Polimorfismo</a:t>
            </a:r>
          </a:p>
          <a:p>
            <a:pPr lvl="1"/>
            <a:r>
              <a:rPr lang="es-ES" dirty="0"/>
              <a:t>El mismo método puede comportarse de manera diferente según el objeto</a:t>
            </a:r>
            <a:r>
              <a:rPr lang="es-ES" dirty="0" smtClean="0"/>
              <a:t>.</a:t>
            </a:r>
          </a:p>
          <a:p>
            <a:r>
              <a:rPr lang="es-ES" dirty="0" err="1"/>
              <a:t>class</a:t>
            </a:r>
            <a:r>
              <a:rPr lang="es-ES" dirty="0"/>
              <a:t> Perro:</a:t>
            </a:r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hablar(</a:t>
            </a:r>
            <a:r>
              <a:rPr lang="es-ES" dirty="0" err="1"/>
              <a:t>self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("Guau")</a:t>
            </a:r>
          </a:p>
          <a:p>
            <a:endParaRPr lang="es-ES" dirty="0"/>
          </a:p>
          <a:p>
            <a:r>
              <a:rPr lang="es-ES" dirty="0" err="1"/>
              <a:t>class</a:t>
            </a:r>
            <a:r>
              <a:rPr lang="es-ES" dirty="0"/>
              <a:t> Gato:</a:t>
            </a:r>
          </a:p>
          <a:p>
            <a:r>
              <a:rPr lang="es-ES" dirty="0"/>
              <a:t>    </a:t>
            </a:r>
            <a:r>
              <a:rPr lang="es-ES" dirty="0" err="1"/>
              <a:t>def</a:t>
            </a:r>
            <a:r>
              <a:rPr lang="es-ES" dirty="0"/>
              <a:t> hablar(</a:t>
            </a:r>
            <a:r>
              <a:rPr lang="es-ES" dirty="0" err="1"/>
              <a:t>self</a:t>
            </a:r>
            <a:r>
              <a:rPr lang="es-ES" dirty="0"/>
              <a:t>):</a:t>
            </a:r>
          </a:p>
          <a:p>
            <a:r>
              <a:rPr lang="es-ES" dirty="0"/>
              <a:t>        </a:t>
            </a:r>
            <a:r>
              <a:rPr lang="es-ES" dirty="0" err="1"/>
              <a:t>print</a:t>
            </a:r>
            <a:r>
              <a:rPr lang="es-ES" dirty="0"/>
              <a:t>("Miau</a:t>
            </a:r>
            <a:r>
              <a:rPr lang="es-ES" dirty="0" smtClean="0"/>
              <a:t>")</a:t>
            </a:r>
          </a:p>
          <a:p>
            <a:endParaRPr lang="es-ES" dirty="0"/>
          </a:p>
          <a:p>
            <a:r>
              <a:rPr lang="en-US" b="1" dirty="0" err="1"/>
              <a:t>Uso</a:t>
            </a:r>
            <a:r>
              <a:rPr lang="en-US" b="1" dirty="0" smtClean="0"/>
              <a:t>:</a:t>
            </a:r>
          </a:p>
          <a:p>
            <a:r>
              <a:rPr lang="es-ES" dirty="0"/>
              <a:t>animales = [Perro(), Gato()]</a:t>
            </a:r>
          </a:p>
          <a:p>
            <a:endParaRPr lang="es-ES" dirty="0"/>
          </a:p>
          <a:p>
            <a:r>
              <a:rPr lang="es-ES" dirty="0" err="1"/>
              <a:t>for</a:t>
            </a:r>
            <a:r>
              <a:rPr lang="es-ES" dirty="0"/>
              <a:t> animal in animales:</a:t>
            </a:r>
          </a:p>
          <a:p>
            <a:r>
              <a:rPr lang="es-ES" dirty="0"/>
              <a:t>    </a:t>
            </a:r>
            <a:r>
              <a:rPr lang="es-ES" dirty="0" err="1"/>
              <a:t>animal.hablar</a:t>
            </a:r>
            <a:r>
              <a:rPr lang="es-ES" dirty="0" smtClean="0"/>
              <a:t>()</a:t>
            </a:r>
          </a:p>
          <a:p>
            <a:endParaRPr lang="es-ES" dirty="0"/>
          </a:p>
          <a:p>
            <a:r>
              <a:rPr lang="es-ES" b="1" dirty="0" smtClean="0"/>
              <a:t>Resultado:</a:t>
            </a:r>
          </a:p>
          <a:p>
            <a:pPr lvl="1"/>
            <a:r>
              <a:rPr lang="es-ES" dirty="0"/>
              <a:t>Guau</a:t>
            </a:r>
          </a:p>
          <a:p>
            <a:pPr lvl="1"/>
            <a:r>
              <a:rPr lang="es-ES" dirty="0" smtClean="0"/>
              <a:t>Miau</a:t>
            </a:r>
          </a:p>
          <a:p>
            <a:pPr lvl="1"/>
            <a:r>
              <a:rPr lang="es-ES" b="1" dirty="0"/>
              <a:t>No importa el tipo del objeto; ambos responden al mensaje hablar</a:t>
            </a:r>
            <a:r>
              <a:rPr lang="es-ES" b="1" dirty="0" smtClean="0"/>
              <a:t>().</a:t>
            </a:r>
            <a:endParaRPr lang="es-ES" dirty="0" smtClean="0"/>
          </a:p>
          <a:p>
            <a:pPr lvl="1"/>
            <a:endParaRPr lang="es-ES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65682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5. </a:t>
            </a:r>
            <a:r>
              <a:rPr lang="es-ES" dirty="0" smtClean="0"/>
              <a:t>Sobrecarga</a:t>
            </a:r>
          </a:p>
          <a:p>
            <a:pPr lvl="1"/>
            <a:r>
              <a:rPr lang="es-ES" dirty="0" smtClean="0"/>
              <a:t>En </a:t>
            </a:r>
            <a:r>
              <a:rPr lang="es-ES" dirty="0"/>
              <a:t>Python no existe la sobrecarga tradicional de métodos como en Java o C++, donde se pueden definir varios métodos con el mismo nombre y distinta firma. </a:t>
            </a:r>
            <a:endParaRPr lang="es-ES" dirty="0" smtClean="0"/>
          </a:p>
          <a:p>
            <a:r>
              <a:rPr lang="es-ES" dirty="0" smtClean="0"/>
              <a:t>Si </a:t>
            </a:r>
            <a:r>
              <a:rPr lang="es-ES" dirty="0"/>
              <a:t>se declara dos veces un método, la última definición reemplaza a la anterior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Sin </a:t>
            </a:r>
            <a:r>
              <a:rPr lang="es-ES" dirty="0"/>
              <a:t>embargo, Python ofrece alternativas</a:t>
            </a:r>
            <a:r>
              <a:rPr lang="es-ES" dirty="0" smtClean="0"/>
              <a:t>:</a:t>
            </a:r>
          </a:p>
          <a:p>
            <a:pPr lvl="1"/>
            <a:r>
              <a:rPr lang="es-ES" dirty="0" smtClean="0"/>
              <a:t>Parámetros </a:t>
            </a:r>
            <a:r>
              <a:rPr lang="es-ES" dirty="0"/>
              <a:t>con valores por defecto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*</a:t>
            </a:r>
            <a:r>
              <a:rPr lang="es-ES" dirty="0" err="1"/>
              <a:t>args</a:t>
            </a:r>
            <a:r>
              <a:rPr lang="es-ES" dirty="0"/>
              <a:t> y **</a:t>
            </a:r>
            <a:r>
              <a:rPr lang="es-ES" dirty="0" err="1"/>
              <a:t>kwargs</a:t>
            </a:r>
            <a:r>
              <a:rPr lang="es-ES" dirty="0" smtClean="0"/>
              <a:t>.</a:t>
            </a:r>
          </a:p>
          <a:p>
            <a:pPr lvl="1"/>
            <a:r>
              <a:rPr lang="es-ES" dirty="0" smtClean="0"/>
              <a:t>Sobrecarga </a:t>
            </a:r>
            <a:r>
              <a:rPr lang="es-ES" dirty="0"/>
              <a:t>de operadores mediante métodos especiales (__</a:t>
            </a:r>
            <a:r>
              <a:rPr lang="es-ES" dirty="0" err="1"/>
              <a:t>add</a:t>
            </a:r>
            <a:r>
              <a:rPr lang="es-ES" dirty="0"/>
              <a:t>__, __</a:t>
            </a:r>
            <a:r>
              <a:rPr lang="es-ES" dirty="0" err="1"/>
              <a:t>eq</a:t>
            </a:r>
            <a:r>
              <a:rPr lang="es-ES" dirty="0"/>
              <a:t>__, etc.).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0534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10752000" cy="4695248"/>
          </a:xfrm>
        </p:spPr>
        <p:txBody>
          <a:bodyPr>
            <a:normAutofit fontScale="62500" lnSpcReduction="20000"/>
          </a:bodyPr>
          <a:lstStyle/>
          <a:p>
            <a:r>
              <a:rPr lang="es-ES" b="1" dirty="0"/>
              <a:t>Ejemplo con parámetros por defecto</a:t>
            </a:r>
            <a:r>
              <a:rPr lang="es-E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Calculadora: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sumar(</a:t>
            </a:r>
            <a:r>
              <a:rPr lang="es-CL" dirty="0" err="1"/>
              <a:t>self</a:t>
            </a:r>
            <a:r>
              <a:rPr lang="es-CL" dirty="0"/>
              <a:t>, a, b=0, c=0):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a + b + c</a:t>
            </a:r>
          </a:p>
          <a:p>
            <a:endParaRPr lang="es-CL" dirty="0"/>
          </a:p>
          <a:p>
            <a:r>
              <a:rPr lang="es-CL" dirty="0" err="1"/>
              <a:t>calc</a:t>
            </a:r>
            <a:r>
              <a:rPr lang="es-CL" dirty="0"/>
              <a:t> = Calculadora()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calc.sumar</a:t>
            </a:r>
            <a:r>
              <a:rPr lang="es-CL" dirty="0"/>
              <a:t>(5))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calc.sumar</a:t>
            </a:r>
            <a:r>
              <a:rPr lang="es-CL" dirty="0"/>
              <a:t>(5, 3))</a:t>
            </a:r>
          </a:p>
          <a:p>
            <a:r>
              <a:rPr lang="es-CL" dirty="0" err="1"/>
              <a:t>print</a:t>
            </a:r>
            <a:r>
              <a:rPr lang="es-CL" dirty="0"/>
              <a:t>(</a:t>
            </a:r>
            <a:r>
              <a:rPr lang="es-CL" dirty="0" err="1"/>
              <a:t>calc.sumar</a:t>
            </a:r>
            <a:r>
              <a:rPr lang="es-CL" dirty="0"/>
              <a:t>(5, 3, 2</a:t>
            </a:r>
            <a:r>
              <a:rPr lang="es-CL" dirty="0" smtClean="0"/>
              <a:t>))</a:t>
            </a:r>
          </a:p>
          <a:p>
            <a:endParaRPr lang="es-CL" dirty="0"/>
          </a:p>
          <a:p>
            <a:r>
              <a:rPr lang="es-CL" dirty="0" smtClean="0"/>
              <a:t>Resultado</a:t>
            </a:r>
          </a:p>
          <a:p>
            <a:pPr lvl="1"/>
            <a:r>
              <a:rPr lang="es-CL" dirty="0"/>
              <a:t>5</a:t>
            </a:r>
          </a:p>
          <a:p>
            <a:pPr lvl="1"/>
            <a:r>
              <a:rPr lang="es-CL" dirty="0"/>
              <a:t>8</a:t>
            </a:r>
          </a:p>
          <a:p>
            <a:pPr lvl="1"/>
            <a:r>
              <a:rPr lang="es-CL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74162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Propiedades de la Programación Orientada a Objetos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10752000" cy="4806084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err="1"/>
              <a:t>Ejemplo</a:t>
            </a:r>
            <a:r>
              <a:rPr lang="en-US" b="1" dirty="0"/>
              <a:t> de </a:t>
            </a:r>
            <a:r>
              <a:rPr lang="en-US" b="1" dirty="0" err="1"/>
              <a:t>sobrecarga</a:t>
            </a:r>
            <a:r>
              <a:rPr lang="en-US" b="1" dirty="0"/>
              <a:t> de </a:t>
            </a:r>
            <a:r>
              <a:rPr lang="en-US" b="1" dirty="0" err="1"/>
              <a:t>operadores</a:t>
            </a:r>
            <a:r>
              <a:rPr lang="en-US" b="1" dirty="0" smtClean="0"/>
              <a:t>:</a:t>
            </a:r>
          </a:p>
          <a:p>
            <a:r>
              <a:rPr lang="es-CL" dirty="0" err="1"/>
              <a:t>class</a:t>
            </a:r>
            <a:r>
              <a:rPr lang="es-CL" dirty="0"/>
              <a:t> Punto:</a:t>
            </a:r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, x, y):</a:t>
            </a:r>
          </a:p>
          <a:p>
            <a:r>
              <a:rPr lang="es-CL" dirty="0"/>
              <a:t>        </a:t>
            </a:r>
            <a:r>
              <a:rPr lang="es-CL" dirty="0" err="1"/>
              <a:t>self.x</a:t>
            </a:r>
            <a:r>
              <a:rPr lang="es-CL" dirty="0"/>
              <a:t> = x</a:t>
            </a:r>
          </a:p>
          <a:p>
            <a:r>
              <a:rPr lang="es-CL" dirty="0"/>
              <a:t>        </a:t>
            </a:r>
            <a:r>
              <a:rPr lang="es-CL" dirty="0" err="1"/>
              <a:t>self.y</a:t>
            </a:r>
            <a:r>
              <a:rPr lang="es-CL" dirty="0"/>
              <a:t> = y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add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, otro):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Punto(</a:t>
            </a:r>
            <a:r>
              <a:rPr lang="es-CL" dirty="0" err="1"/>
              <a:t>self.x</a:t>
            </a:r>
            <a:r>
              <a:rPr lang="es-CL" dirty="0"/>
              <a:t> + </a:t>
            </a:r>
            <a:r>
              <a:rPr lang="es-CL" dirty="0" err="1"/>
              <a:t>otro.x</a:t>
            </a:r>
            <a:r>
              <a:rPr lang="es-CL" dirty="0"/>
              <a:t>, </a:t>
            </a:r>
            <a:r>
              <a:rPr lang="es-CL" dirty="0" err="1"/>
              <a:t>self.y</a:t>
            </a:r>
            <a:r>
              <a:rPr lang="es-CL" dirty="0"/>
              <a:t> + </a:t>
            </a:r>
            <a:r>
              <a:rPr lang="es-CL" dirty="0" err="1"/>
              <a:t>otro.y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str</a:t>
            </a:r>
            <a:r>
              <a:rPr lang="es-CL" dirty="0"/>
              <a:t>__(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return</a:t>
            </a:r>
            <a:r>
              <a:rPr lang="es-CL" dirty="0"/>
              <a:t> f"({</a:t>
            </a:r>
            <a:r>
              <a:rPr lang="es-CL" dirty="0" err="1"/>
              <a:t>self.x</a:t>
            </a:r>
            <a:r>
              <a:rPr lang="es-CL" dirty="0"/>
              <a:t>}, {</a:t>
            </a:r>
            <a:r>
              <a:rPr lang="es-CL" dirty="0" err="1"/>
              <a:t>self.y</a:t>
            </a:r>
            <a:r>
              <a:rPr lang="es-CL" dirty="0"/>
              <a:t>})"</a:t>
            </a:r>
          </a:p>
          <a:p>
            <a:endParaRPr lang="es-CL" dirty="0"/>
          </a:p>
          <a:p>
            <a:r>
              <a:rPr lang="es-CL" dirty="0"/>
              <a:t>p1 = Punto(2, 3)</a:t>
            </a:r>
          </a:p>
          <a:p>
            <a:r>
              <a:rPr lang="es-CL" dirty="0"/>
              <a:t>p2 = Punto(4, 5)</a:t>
            </a:r>
          </a:p>
          <a:p>
            <a:endParaRPr lang="es-CL" dirty="0"/>
          </a:p>
          <a:p>
            <a:r>
              <a:rPr lang="es-CL" dirty="0" err="1"/>
              <a:t>print</a:t>
            </a:r>
            <a:r>
              <a:rPr lang="es-CL" dirty="0"/>
              <a:t>(p1 + p2</a:t>
            </a:r>
            <a:r>
              <a:rPr lang="es-CL" dirty="0" smtClean="0"/>
              <a:t>)</a:t>
            </a:r>
          </a:p>
          <a:p>
            <a:endParaRPr lang="es-CL" dirty="0"/>
          </a:p>
          <a:p>
            <a:r>
              <a:rPr lang="es-CL" dirty="0" smtClean="0"/>
              <a:t>Resultado</a:t>
            </a:r>
          </a:p>
          <a:p>
            <a:pPr lvl="1"/>
            <a:r>
              <a:rPr lang="es-CL" dirty="0"/>
              <a:t>(6, 8)</a:t>
            </a:r>
          </a:p>
        </p:txBody>
      </p:sp>
    </p:spTree>
    <p:extLst>
      <p:ext uri="{BB962C8B-B14F-4D97-AF65-F5344CB8AC3E}">
        <p14:creationId xmlns:p14="http://schemas.microsoft.com/office/powerpoint/2010/main" val="2980675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Integrador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20000" y="1825625"/>
            <a:ext cx="3658036" cy="4351338"/>
          </a:xfrm>
        </p:spPr>
        <p:txBody>
          <a:bodyPr>
            <a:normAutofit fontScale="40000" lnSpcReduction="20000"/>
          </a:bodyPr>
          <a:lstStyle/>
          <a:p>
            <a:r>
              <a:rPr lang="es-CL" dirty="0" err="1"/>
              <a:t>class</a:t>
            </a:r>
            <a:r>
              <a:rPr lang="es-CL" dirty="0"/>
              <a:t> Persona: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__</a:t>
            </a:r>
            <a:r>
              <a:rPr lang="es-CL" dirty="0" err="1"/>
              <a:t>init</a:t>
            </a:r>
            <a:r>
              <a:rPr lang="es-CL" dirty="0"/>
              <a:t>__(</a:t>
            </a:r>
            <a:r>
              <a:rPr lang="es-CL" dirty="0" err="1"/>
              <a:t>self,nombre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self.nombre</a:t>
            </a:r>
            <a:r>
              <a:rPr lang="es-CL" dirty="0"/>
              <a:t> = nombre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hablar(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("Hola")</a:t>
            </a:r>
          </a:p>
          <a:p>
            <a:endParaRPr lang="es-CL" dirty="0"/>
          </a:p>
          <a:p>
            <a:r>
              <a:rPr lang="es-CL" dirty="0" err="1"/>
              <a:t>class</a:t>
            </a:r>
            <a:r>
              <a:rPr lang="es-CL" dirty="0"/>
              <a:t> Profesor(Persona):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enseñar(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("Estoy enseñando Python")</a:t>
            </a:r>
          </a:p>
          <a:p>
            <a:endParaRPr lang="es-CL" dirty="0"/>
          </a:p>
          <a:p>
            <a:r>
              <a:rPr lang="es-CL" dirty="0" err="1"/>
              <a:t>class</a:t>
            </a:r>
            <a:r>
              <a:rPr lang="es-CL" dirty="0"/>
              <a:t> Estudiante(Persona):</a:t>
            </a:r>
          </a:p>
          <a:p>
            <a:endParaRPr lang="es-CL" dirty="0"/>
          </a:p>
          <a:p>
            <a:r>
              <a:rPr lang="es-CL" dirty="0"/>
              <a:t>    </a:t>
            </a:r>
            <a:r>
              <a:rPr lang="es-CL" dirty="0" err="1"/>
              <a:t>def</a:t>
            </a:r>
            <a:r>
              <a:rPr lang="es-CL" dirty="0"/>
              <a:t> estudiar(</a:t>
            </a:r>
            <a:r>
              <a:rPr lang="es-CL" dirty="0" err="1"/>
              <a:t>self</a:t>
            </a:r>
            <a:r>
              <a:rPr lang="es-CL" dirty="0"/>
              <a:t>):</a:t>
            </a:r>
          </a:p>
          <a:p>
            <a:r>
              <a:rPr lang="es-CL" dirty="0"/>
              <a:t>        </a:t>
            </a:r>
            <a:r>
              <a:rPr lang="es-CL" dirty="0" err="1"/>
              <a:t>print</a:t>
            </a:r>
            <a:r>
              <a:rPr lang="es-CL" dirty="0"/>
              <a:t>("Estoy estudiando</a:t>
            </a:r>
            <a:r>
              <a:rPr lang="es-CL" dirty="0" smtClean="0"/>
              <a:t>")</a:t>
            </a:r>
          </a:p>
          <a:p>
            <a:endParaRPr lang="es-CL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5573709" y="1825625"/>
            <a:ext cx="36580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venir Light" panose="020B0402020203020204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b="1" dirty="0" smtClean="0"/>
              <a:t>Uso</a:t>
            </a:r>
          </a:p>
          <a:p>
            <a:r>
              <a:rPr lang="es-ES" dirty="0"/>
              <a:t>profe = Profesor("Carlos")</a:t>
            </a:r>
          </a:p>
          <a:p>
            <a:r>
              <a:rPr lang="es-ES" dirty="0"/>
              <a:t>alumno = Estudiante("Ana")</a:t>
            </a:r>
          </a:p>
          <a:p>
            <a:endParaRPr lang="es-ES" dirty="0"/>
          </a:p>
          <a:p>
            <a:r>
              <a:rPr lang="es-ES" dirty="0" err="1"/>
              <a:t>profe.hablar</a:t>
            </a:r>
            <a:r>
              <a:rPr lang="es-ES" dirty="0"/>
              <a:t>()</a:t>
            </a:r>
          </a:p>
          <a:p>
            <a:r>
              <a:rPr lang="es-ES" dirty="0" err="1"/>
              <a:t>profe.enseñar</a:t>
            </a:r>
            <a:r>
              <a:rPr lang="es-ES" dirty="0"/>
              <a:t>()</a:t>
            </a:r>
          </a:p>
          <a:p>
            <a:endParaRPr lang="es-ES" dirty="0"/>
          </a:p>
          <a:p>
            <a:r>
              <a:rPr lang="es-ES" dirty="0" err="1"/>
              <a:t>alumno.hablar</a:t>
            </a:r>
            <a:r>
              <a:rPr lang="es-ES" dirty="0"/>
              <a:t>()</a:t>
            </a:r>
          </a:p>
          <a:p>
            <a:r>
              <a:rPr lang="es-ES" dirty="0" err="1"/>
              <a:t>alumno.estudiar</a:t>
            </a:r>
            <a:r>
              <a:rPr lang="es-ES" dirty="0"/>
              <a:t>()</a:t>
            </a:r>
            <a:endParaRPr lang="es-CL" dirty="0" smtClean="0"/>
          </a:p>
          <a:p>
            <a:endParaRPr lang="es-ES" dirty="0" smtClean="0"/>
          </a:p>
          <a:p>
            <a:r>
              <a:rPr lang="es-ES" b="1" dirty="0" smtClean="0"/>
              <a:t>Resultado</a:t>
            </a:r>
          </a:p>
          <a:p>
            <a:pPr lvl="1"/>
            <a:r>
              <a:rPr lang="es-ES" dirty="0" smtClean="0"/>
              <a:t>Hola</a:t>
            </a:r>
            <a:endParaRPr lang="es-ES" dirty="0"/>
          </a:p>
          <a:p>
            <a:pPr lvl="1"/>
            <a:r>
              <a:rPr lang="es-ES" dirty="0"/>
              <a:t>Estoy enseñando Python</a:t>
            </a:r>
          </a:p>
          <a:p>
            <a:pPr lvl="1"/>
            <a:r>
              <a:rPr lang="es-ES" dirty="0"/>
              <a:t>Hola</a:t>
            </a:r>
          </a:p>
          <a:p>
            <a:pPr lvl="1"/>
            <a:r>
              <a:rPr lang="es-ES" dirty="0"/>
              <a:t>Estoy estudiando</a:t>
            </a:r>
            <a:endParaRPr lang="es-CL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28821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Resumen</a:t>
            </a:r>
            <a:r>
              <a:rPr lang="en-US" dirty="0"/>
              <a:t> Conceptual</a:t>
            </a:r>
            <a:endParaRPr lang="es-CL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599146"/>
              </p:ext>
            </p:extLst>
          </p:nvPr>
        </p:nvGraphicFramePr>
        <p:xfrm>
          <a:off x="535710" y="1666203"/>
          <a:ext cx="10936290" cy="449915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893454">
                  <a:extLst>
                    <a:ext uri="{9D8B030D-6E8A-4147-A177-3AD203B41FA5}">
                      <a16:colId xmlns:a16="http://schemas.microsoft.com/office/drawing/2014/main" val="3580214105"/>
                    </a:ext>
                  </a:extLst>
                </a:gridCol>
                <a:gridCol w="5458691">
                  <a:extLst>
                    <a:ext uri="{9D8B030D-6E8A-4147-A177-3AD203B41FA5}">
                      <a16:colId xmlns:a16="http://schemas.microsoft.com/office/drawing/2014/main" val="1394782615"/>
                    </a:ext>
                  </a:extLst>
                </a:gridCol>
                <a:gridCol w="3584145">
                  <a:extLst>
                    <a:ext uri="{9D8B030D-6E8A-4147-A177-3AD203B41FA5}">
                      <a16:colId xmlns:a16="http://schemas.microsoft.com/office/drawing/2014/main" val="2652014333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Concepto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Descripción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Ejemplo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77133523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Clase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Molde</a:t>
                      </a:r>
                      <a:r>
                        <a:rPr lang="en-US" sz="1400" dirty="0"/>
                        <a:t> para </a:t>
                      </a:r>
                      <a:r>
                        <a:rPr lang="en-US" sz="1400" dirty="0" err="1"/>
                        <a:t>crear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objetos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class Auto: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252875751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Objeto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Instancia</a:t>
                      </a:r>
                      <a:r>
                        <a:rPr lang="en-US" sz="1400" dirty="0"/>
                        <a:t> de </a:t>
                      </a:r>
                      <a:r>
                        <a:rPr lang="en-US" sz="1400" dirty="0" err="1"/>
                        <a:t>una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clase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auto = Auto()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59647699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Atributo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Característica</a:t>
                      </a:r>
                      <a:r>
                        <a:rPr lang="en-US" sz="1400" dirty="0"/>
                        <a:t> del </a:t>
                      </a:r>
                      <a:r>
                        <a:rPr lang="en-US" sz="1400" dirty="0" err="1"/>
                        <a:t>objeto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color, </a:t>
                      </a:r>
                      <a:r>
                        <a:rPr lang="en-US" sz="1400" dirty="0" err="1"/>
                        <a:t>marca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71785638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Método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Acción</a:t>
                      </a:r>
                      <a:r>
                        <a:rPr lang="en-US" sz="1400" dirty="0"/>
                        <a:t> del </a:t>
                      </a:r>
                      <a:r>
                        <a:rPr lang="en-US" sz="1400" dirty="0" err="1"/>
                        <a:t>objeto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acelerar()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09960494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Estado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Valores actuales de los atributos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Velocidad</a:t>
                      </a:r>
                      <a:r>
                        <a:rPr lang="en-US" sz="1400" dirty="0"/>
                        <a:t> = 80 km/h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26485708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Abstracción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Mostrar lo esencial y ocultar detalles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preparar_cafe</a:t>
                      </a:r>
                      <a:r>
                        <a:rPr lang="en-US" sz="1400" dirty="0"/>
                        <a:t>()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45811271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Encapsulamiento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Proteger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datos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internos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__</a:t>
                      </a:r>
                      <a:r>
                        <a:rPr lang="en-US" sz="1400" dirty="0" err="1"/>
                        <a:t>saldo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642036498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Herencia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Reutilizar código entre clases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Perro</a:t>
                      </a:r>
                      <a:r>
                        <a:rPr lang="en-US" sz="1400" dirty="0"/>
                        <a:t>(Animal)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709125972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Polimorfismo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Un mismo método con distintos comportamientos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hablar() en Perro y Gato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057161171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Sobrecarga</a:t>
                      </a:r>
                      <a:endParaRPr lang="en-US" sz="14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En Python se logra mediante parámetros opcionales, *args y métodos especiales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sumar</a:t>
                      </a:r>
                      <a:r>
                        <a:rPr lang="en-US" sz="1400" dirty="0"/>
                        <a:t>(a, b=0)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84558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7387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Prácticas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Crear una clase Libro con los atributos título, autor y precio, y un método </a:t>
            </a:r>
            <a:r>
              <a:rPr lang="es-ES" dirty="0" err="1"/>
              <a:t>mostrar_información</a:t>
            </a:r>
            <a:r>
              <a:rPr lang="es-ES" dirty="0" smtClean="0"/>
              <a:t>().</a:t>
            </a:r>
          </a:p>
          <a:p>
            <a:r>
              <a:rPr lang="es-ES" dirty="0" smtClean="0"/>
              <a:t>Crear </a:t>
            </a:r>
            <a:r>
              <a:rPr lang="es-ES" dirty="0"/>
              <a:t>una clase Empleado con un atributo privado __salario y métodos para consultar y actualizar el salario validando que no sea negativo</a:t>
            </a:r>
            <a:r>
              <a:rPr lang="es-ES" dirty="0" smtClean="0"/>
              <a:t>.</a:t>
            </a:r>
          </a:p>
          <a:p>
            <a:r>
              <a:rPr lang="es-ES" dirty="0" smtClean="0"/>
              <a:t>Diseñar </a:t>
            </a:r>
            <a:r>
              <a:rPr lang="es-ES" dirty="0"/>
              <a:t>una jerarquía de clases con Vehículo como clase base y Automóvil y Motocicleta como clases derivadas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Implementar </a:t>
            </a:r>
            <a:r>
              <a:rPr lang="es-ES" dirty="0"/>
              <a:t>las clases Rectángulo y Círculo, ambas con un método </a:t>
            </a:r>
            <a:r>
              <a:rPr lang="es-ES" dirty="0" err="1"/>
              <a:t>calcular_area</a:t>
            </a:r>
            <a:r>
              <a:rPr lang="es-ES" dirty="0"/>
              <a:t>(), y recorrer una lista de figuras llamando al mismo método para observar el polimorfismo</a:t>
            </a:r>
            <a:r>
              <a:rPr lang="es-ES" dirty="0" smtClean="0"/>
              <a:t>.</a:t>
            </a:r>
          </a:p>
          <a:p>
            <a:r>
              <a:rPr lang="es-ES" dirty="0" smtClean="0"/>
              <a:t>Crear </a:t>
            </a:r>
            <a:r>
              <a:rPr lang="es-ES" dirty="0"/>
              <a:t>una clase Calculadora que permita sumar una cantidad variable de números utilizando *</a:t>
            </a:r>
            <a:r>
              <a:rPr lang="es-ES" dirty="0" err="1"/>
              <a:t>args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30534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Conclusión</a:t>
            </a:r>
            <a:endParaRPr lang="es-C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La Programación Orientada a Objetos organiza el software alrededor de </a:t>
            </a:r>
            <a:r>
              <a:rPr lang="es-ES" b="1" dirty="0"/>
              <a:t>objetos</a:t>
            </a:r>
            <a:r>
              <a:rPr lang="es-ES" dirty="0"/>
              <a:t> que combinan datos y comportamientos. Este paradigma mejora la reutilización del código, facilita el mantenimiento y permite modelar problemas del mundo real de forma natural. Los pilares de la POO —</a:t>
            </a:r>
            <a:r>
              <a:rPr lang="es-ES" b="1" dirty="0"/>
              <a:t>abstracción, encapsulamiento, herencia y polimorfismo</a:t>
            </a:r>
            <a:r>
              <a:rPr lang="es-ES" dirty="0"/>
              <a:t>—, junto con las técnicas que Python ofrece para simular la sobrecarga, constituyen la base para desarrollar aplicaciones escalables y robustas. Dominar estos conceptos permitirá afrontar con éxito las siguientes unidades del curso, donde se construirán sistemas más complejos aplicando estos principios.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3062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552411"/>
      </p:ext>
    </p:extLst>
  </p:cSld>
  <p:clrMapOvr>
    <a:masterClrMapping/>
  </p:clrMapOvr>
</p:sld>
</file>

<file path=ppt/theme/theme1.xml><?xml version="1.0" encoding="utf-8"?>
<a:theme xmlns:a="http://schemas.openxmlformats.org/drawingml/2006/main" name="AIEP ofici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2273</Words>
  <Application>Microsoft Office PowerPoint</Application>
  <PresentationFormat>Panorámica</PresentationFormat>
  <Paragraphs>582</Paragraphs>
  <Slides>49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5" baseType="lpstr">
      <vt:lpstr>Aptos</vt:lpstr>
      <vt:lpstr>Arial</vt:lpstr>
      <vt:lpstr>Avenir Book</vt:lpstr>
      <vt:lpstr>Avenir Light</vt:lpstr>
      <vt:lpstr>Avenir Regular</vt:lpstr>
      <vt:lpstr>AIEP oficial</vt:lpstr>
      <vt:lpstr>Taller de Programación 2026</vt:lpstr>
      <vt:lpstr>Temario</vt:lpstr>
      <vt:lpstr>Herramientas</vt:lpstr>
      <vt:lpstr>Evaluaciones</vt:lpstr>
      <vt:lpstr>Presentación de PowerPoint</vt:lpstr>
      <vt:lpstr>Unidad 1: Introducción a la Programación Orientada a Objetos</vt:lpstr>
      <vt:lpstr>Termario : Unidad 1 - Introducción a la Programación Orientada a Objetos</vt:lpstr>
      <vt:lpstr>Presentación de PowerPoint</vt:lpstr>
      <vt:lpstr>Introducción</vt:lpstr>
      <vt:lpstr>Introducción</vt:lpstr>
      <vt:lpstr>¿Qué es un paradigma de programación?</vt:lpstr>
      <vt:lpstr>Presentación de PowerPoint</vt:lpstr>
      <vt:lpstr>Evolución de la programación</vt:lpstr>
      <vt:lpstr>Evolución de la programación</vt:lpstr>
      <vt:lpstr>Evolución de la programación</vt:lpstr>
      <vt:lpstr>Evolución de la programación</vt:lpstr>
      <vt:lpstr>Evolución de la programación</vt:lpstr>
      <vt:lpstr>Evolución de la programación</vt:lpstr>
      <vt:lpstr>Presentación de PowerPoint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Componentes de la POO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Propiedades de la Programación Orientada a Objetos</vt:lpstr>
      <vt:lpstr>Ejemplo Integrador</vt:lpstr>
      <vt:lpstr>Resumen Conceptual</vt:lpstr>
      <vt:lpstr>Actividades Prácticas</vt:lpstr>
      <vt:lpstr>Conclusión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Programación 2026</dc:title>
  <dc:creator>Christian Alonso Vargas Farias</dc:creator>
  <cp:lastModifiedBy>Victor Borquez</cp:lastModifiedBy>
  <cp:revision>45</cp:revision>
  <dcterms:created xsi:type="dcterms:W3CDTF">2024-07-26T19:13:32Z</dcterms:created>
  <dcterms:modified xsi:type="dcterms:W3CDTF">2026-08-10T16:27:07Z</dcterms:modified>
</cp:coreProperties>
</file>